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864" r:id="rId5"/>
  </p:sldMasterIdLst>
  <p:notesMasterIdLst>
    <p:notesMasterId r:id="rId21"/>
  </p:notesMasterIdLst>
  <p:handoutMasterIdLst>
    <p:handoutMasterId r:id="rId22"/>
  </p:handoutMasterIdLst>
  <p:sldIdLst>
    <p:sldId id="2147374975" r:id="rId6"/>
    <p:sldId id="2147374982" r:id="rId7"/>
    <p:sldId id="2147476315" r:id="rId8"/>
    <p:sldId id="2147476328" r:id="rId9"/>
    <p:sldId id="2147374981" r:id="rId10"/>
    <p:sldId id="2147476324" r:id="rId11"/>
    <p:sldId id="2147476338" r:id="rId12"/>
    <p:sldId id="2147476314" r:id="rId13"/>
    <p:sldId id="2147476341" r:id="rId14"/>
    <p:sldId id="2147374979" r:id="rId15"/>
    <p:sldId id="2147476317" r:id="rId16"/>
    <p:sldId id="2147476325" r:id="rId17"/>
    <p:sldId id="2147476319" r:id="rId18"/>
    <p:sldId id="2147476340" r:id="rId19"/>
    <p:sldId id="2147374976" r:id="rId20"/>
  </p:sldIdLst>
  <p:sldSz cx="12192000" cy="6858000"/>
  <p:notesSz cx="7102475" cy="9388475"/>
  <p:custDataLst>
    <p:tags r:id="rId2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A497640-9F12-D0D7-23C7-745A10EB2387}" name="Srikanth Jayarajan" initials="SJ" userId="dMYpSlfjzFcYPEDsXjVgLmU1LCIkAjLNCqtAilE+2dM=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ley Rich" initials="HR" lastIdx="1" clrIdx="0">
    <p:extLst>
      <p:ext uri="{19B8F6BF-5375-455C-9EA6-DF929625EA0E}">
        <p15:presenceInfo xmlns:p15="http://schemas.microsoft.com/office/powerpoint/2012/main" userId="S-1-5-21-1801674531-1788223648-725345543-1185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D0D0"/>
    <a:srgbClr val="051C2C"/>
    <a:srgbClr val="000000"/>
    <a:srgbClr val="7F7F7F"/>
    <a:srgbClr val="AFC3FF"/>
    <a:srgbClr val="0D3171"/>
    <a:srgbClr val="E6E6E6"/>
    <a:srgbClr val="4D4D4D"/>
    <a:srgbClr val="00A9F4"/>
    <a:srgbClr val="1F4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AB93E5-1F6F-6155-9C18-AB46FA8C930D}" v="8" dt="2026-09-30T04:51:36.9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57" autoAdjust="0"/>
  </p:normalViewPr>
  <p:slideViewPr>
    <p:cSldViewPr snapToGrid="0" snapToObjects="1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4" d="100"/>
        <a:sy n="74" d="100"/>
      </p:scale>
      <p:origin x="0" y="0"/>
    </p:cViewPr>
  </p:sorterViewPr>
  <p:notesViewPr>
    <p:cSldViewPr snapToGrid="0" snapToObjects="1">
      <p:cViewPr>
        <p:scale>
          <a:sx n="75" d="100"/>
          <a:sy n="75" d="100"/>
        </p:scale>
        <p:origin x="3954" y="2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handoutMaster" Target="handoutMasters/handout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ysegul Kalafat" userId="S::aysegul_kalafat@mckinsey.com::a626d9dd-0b6c-411a-a35b-1665268088c9" providerId="AD" clId="Web-{A5AB93E5-1F6F-6155-9C18-AB46FA8C930D}"/>
    <pc:docChg chg="modSld">
      <pc:chgData name="Aysegul Kalafat" userId="S::aysegul_kalafat@mckinsey.com::a626d9dd-0b6c-411a-a35b-1665268088c9" providerId="AD" clId="Web-{A5AB93E5-1F6F-6155-9C18-AB46FA8C930D}" dt="2026-09-30T04:51:36.917" v="7" actId="20577"/>
      <pc:docMkLst>
        <pc:docMk/>
      </pc:docMkLst>
      <pc:sldChg chg="modSp">
        <pc:chgData name="Aysegul Kalafat" userId="S::aysegul_kalafat@mckinsey.com::a626d9dd-0b6c-411a-a35b-1665268088c9" providerId="AD" clId="Web-{A5AB93E5-1F6F-6155-9C18-AB46FA8C930D}" dt="2026-09-30T04:51:36.917" v="7" actId="20577"/>
        <pc:sldMkLst>
          <pc:docMk/>
          <pc:sldMk cId="1339973831" sldId="2147374975"/>
        </pc:sldMkLst>
        <pc:spChg chg="mod">
          <ac:chgData name="Aysegul Kalafat" userId="S::aysegul_kalafat@mckinsey.com::a626d9dd-0b6c-411a-a35b-1665268088c9" providerId="AD" clId="Web-{A5AB93E5-1F6F-6155-9C18-AB46FA8C930D}" dt="2026-09-30T04:51:36.917" v="7" actId="20577"/>
          <ac:spMkLst>
            <pc:docMk/>
            <pc:sldMk cId="1339973831" sldId="2147374975"/>
            <ac:spMk id="3" creationId="{D0BBCA06-DEF4-4795-94A2-A540DA04AF7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04BC41E-EAC0-4D88-BA59-21A53C68F87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B5C4BB-B13C-4942-8E14-023ED14A3DB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BD5B6C-20AF-4F0F-889A-7AADC7535123}" type="datetime3">
              <a:rPr lang="en-US" smtClean="0"/>
              <a:t>29 September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1145-1027-4A39-B15A-DD84A26C20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47719-50F5-4089-8123-86F5AF9C88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2725" y="8918575"/>
            <a:ext cx="3078163" cy="469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10F73-99D1-48E7-A408-B5EB5C8393F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319651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14400" tIns="47114" rIns="94229" bIns="47114" rtlCol="0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14400" bIns="47114" rtlCol="0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1DF34805-1F01-4BDA-A8CA-FCEA2B4BC8D0}" type="datetime3">
              <a:rPr lang="en-US" smtClean="0"/>
              <a:pPr/>
              <a:t>29 September 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563563"/>
            <a:ext cx="5632450" cy="3168650"/>
          </a:xfrm>
          <a:prstGeom prst="rect">
            <a:avLst/>
          </a:prstGeom>
          <a:noFill/>
          <a:ln w="635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14400" tIns="47114" rIns="94229" bIns="47114" rtlCol="0" anchor="b"/>
          <a:lstStyle>
            <a:lvl1pPr algn="l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14400" bIns="47114" rtlCol="0" anchor="b"/>
          <a:lstStyle>
            <a:lvl1pPr algn="r">
              <a:defRPr sz="900">
                <a:latin typeface="+mn-lt"/>
                <a:cs typeface="Arial" panose="020B0604020202020204" pitchFamily="34" charset="0"/>
              </a:defRPr>
            </a:lvl1pPr>
          </a:lstStyle>
          <a:p>
            <a:fld id="{CF5EBCF4-26FC-4F76-8DA1-52FDDC328D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0CB7C52D-12F1-4B27-95B4-DB01358D5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518025"/>
            <a:ext cx="5683250" cy="36972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8006664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lnSpc>
        <a:spcPct val="100000"/>
      </a:lnSpc>
      <a:spcBef>
        <a:spcPts val="400"/>
      </a:spcBef>
      <a:spcAft>
        <a:spcPts val="400"/>
      </a:spcAft>
      <a:defRPr lang="en-US" sz="11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171450" indent="-171450" algn="l" defTabSz="914400" rtl="0" eaLnBrk="1" latinLnBrk="0" hangingPunct="1">
      <a:buFont typeface="Wingdings" panose="05000000000000000000" pitchFamily="2" charset="2"/>
      <a:buChar char=""/>
      <a:defRPr lang="en-US" sz="1100" kern="1200">
        <a:solidFill>
          <a:schemeClr val="tx1"/>
        </a:solidFill>
        <a:latin typeface="+mn-lt"/>
        <a:ea typeface="+mn-ea"/>
        <a:cs typeface="+mn-cs"/>
      </a:defRPr>
    </a:lvl2pPr>
    <a:lvl3pPr marL="400050" indent="-171450" algn="l" defTabSz="914400" rtl="0" eaLnBrk="1" latinLnBrk="0" hangingPunct="1">
      <a:buFont typeface="Arial" panose="020B0604020202020204" pitchFamily="34" charset="0"/>
      <a:buChar char="―"/>
      <a:defRPr lang="en-US" sz="1100" kern="1200">
        <a:solidFill>
          <a:schemeClr val="tx1"/>
        </a:solidFill>
        <a:latin typeface="+mn-lt"/>
        <a:ea typeface="+mn-ea"/>
        <a:cs typeface="+mn-cs"/>
      </a:defRPr>
    </a:lvl3pPr>
    <a:lvl4pPr marL="579437" indent="-171450" algn="l" defTabSz="914400" rtl="0" eaLnBrk="1" latinLnBrk="0" hangingPunct="1">
      <a:buFont typeface="Arial" panose="020B0604020202020204" pitchFamily="34" charset="0"/>
      <a:buChar char="»"/>
      <a:defRPr lang="en-US" sz="1100" kern="1200">
        <a:solidFill>
          <a:schemeClr val="tx1"/>
        </a:solidFill>
        <a:latin typeface="+mn-lt"/>
        <a:ea typeface="+mn-ea"/>
        <a:cs typeface="+mn-cs"/>
      </a:defRPr>
    </a:lvl4pPr>
    <a:lvl5pPr marL="750887" indent="-171450" algn="l" defTabSz="914400" rtl="0" eaLnBrk="1" latinLnBrk="0" hangingPunct="1">
      <a:buFont typeface="Arial" panose="020B0604020202020204" pitchFamily="34" charset="0"/>
      <a:buChar char="›"/>
      <a:defRPr lang="en-US" sz="11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30.xml"/><Relationship Id="rId13" Type="http://schemas.openxmlformats.org/officeDocument/2006/relationships/image" Target="../media/image4.emf"/><Relationship Id="rId3" Type="http://schemas.openxmlformats.org/officeDocument/2006/relationships/tags" Target="../tags/tag25.xml"/><Relationship Id="rId7" Type="http://schemas.openxmlformats.org/officeDocument/2006/relationships/tags" Target="../tags/tag29.xml"/><Relationship Id="rId12" Type="http://schemas.openxmlformats.org/officeDocument/2006/relationships/oleObject" Target="../embeddings/oleObject2.bin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11" Type="http://schemas.openxmlformats.org/officeDocument/2006/relationships/image" Target="../media/image3.svg"/><Relationship Id="rId5" Type="http://schemas.openxmlformats.org/officeDocument/2006/relationships/tags" Target="../tags/tag27.xml"/><Relationship Id="rId10" Type="http://schemas.openxmlformats.org/officeDocument/2006/relationships/image" Target="../media/image2.jpg"/><Relationship Id="rId4" Type="http://schemas.openxmlformats.org/officeDocument/2006/relationships/tags" Target="../tags/tag26.xml"/><Relationship Id="rId9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3.xml"/><Relationship Id="rId7" Type="http://schemas.openxmlformats.org/officeDocument/2006/relationships/tags" Target="../tags/tag3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10" Type="http://schemas.openxmlformats.org/officeDocument/2006/relationships/image" Target="../media/image1.emf"/><Relationship Id="rId4" Type="http://schemas.openxmlformats.org/officeDocument/2006/relationships/tags" Target="../tags/tag34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tags" Target="../tags/tag48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9" Type="http://schemas.openxmlformats.org/officeDocument/2006/relationships/image" Target="../media/image5.emf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4.xml"/><Relationship Id="rId7" Type="http://schemas.openxmlformats.org/officeDocument/2006/relationships/tags" Target="../tags/tag58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10" Type="http://schemas.openxmlformats.org/officeDocument/2006/relationships/image" Target="../media/image5.emf"/><Relationship Id="rId4" Type="http://schemas.openxmlformats.org/officeDocument/2006/relationships/tags" Target="../tags/tag55.xml"/><Relationship Id="rId9" Type="http://schemas.openxmlformats.org/officeDocument/2006/relationships/oleObject" Target="../embeddings/oleObject5.bin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image" Target="../media/image1.emf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oleObject" Target="../embeddings/oleObject6.bin"/><Relationship Id="rId5" Type="http://schemas.openxmlformats.org/officeDocument/2006/relationships/tags" Target="../tags/tag63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2.xml"/><Relationship Id="rId9" Type="http://schemas.openxmlformats.org/officeDocument/2006/relationships/tags" Target="../tags/tag67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5.xml"/><Relationship Id="rId3" Type="http://schemas.openxmlformats.org/officeDocument/2006/relationships/tags" Target="../tags/tag70.xml"/><Relationship Id="rId7" Type="http://schemas.openxmlformats.org/officeDocument/2006/relationships/tags" Target="../tags/tag74.xml"/><Relationship Id="rId12" Type="http://schemas.openxmlformats.org/officeDocument/2006/relationships/image" Target="../media/image1.emf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6" Type="http://schemas.openxmlformats.org/officeDocument/2006/relationships/tags" Target="../tags/tag73.xml"/><Relationship Id="rId11" Type="http://schemas.openxmlformats.org/officeDocument/2006/relationships/oleObject" Target="../embeddings/oleObject7.bin"/><Relationship Id="rId5" Type="http://schemas.openxmlformats.org/officeDocument/2006/relationships/tags" Target="../tags/tag7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71.xml"/><Relationship Id="rId9" Type="http://schemas.openxmlformats.org/officeDocument/2006/relationships/tags" Target="../tags/tag76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image" Target="../media/image1.emf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oleObject" Target="../embeddings/oleObject8.bin"/><Relationship Id="rId5" Type="http://schemas.openxmlformats.org/officeDocument/2006/relationships/tags" Target="../tags/tag81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0.xml"/><Relationship Id="rId9" Type="http://schemas.openxmlformats.org/officeDocument/2006/relationships/tags" Target="../tags/tag85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tags" Target="../tags/tag93.xml"/><Relationship Id="rId3" Type="http://schemas.openxmlformats.org/officeDocument/2006/relationships/tags" Target="../tags/tag88.xml"/><Relationship Id="rId7" Type="http://schemas.openxmlformats.org/officeDocument/2006/relationships/tags" Target="../tags/tag92.xml"/><Relationship Id="rId12" Type="http://schemas.openxmlformats.org/officeDocument/2006/relationships/image" Target="../media/image6.emf"/><Relationship Id="rId2" Type="http://schemas.openxmlformats.org/officeDocument/2006/relationships/tags" Target="../tags/tag87.xml"/><Relationship Id="rId1" Type="http://schemas.openxmlformats.org/officeDocument/2006/relationships/tags" Target="../tags/tag86.xml"/><Relationship Id="rId6" Type="http://schemas.openxmlformats.org/officeDocument/2006/relationships/tags" Target="../tags/tag91.xml"/><Relationship Id="rId11" Type="http://schemas.openxmlformats.org/officeDocument/2006/relationships/oleObject" Target="../embeddings/oleObject9.bin"/><Relationship Id="rId5" Type="http://schemas.openxmlformats.org/officeDocument/2006/relationships/tags" Target="../tags/tag9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89.xml"/><Relationship Id="rId9" Type="http://schemas.openxmlformats.org/officeDocument/2006/relationships/tags" Target="../tags/tag94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1.emf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oleObject" Target="../embeddings/oleObject8.bin"/><Relationship Id="rId5" Type="http://schemas.openxmlformats.org/officeDocument/2006/relationships/tags" Target="../tags/tag9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8.xml"/><Relationship Id="rId9" Type="http://schemas.openxmlformats.org/officeDocument/2006/relationships/tags" Target="../tags/tag10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08.xml"/><Relationship Id="rId4" Type="http://schemas.openxmlformats.org/officeDocument/2006/relationships/tags" Target="../tags/tag107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7" Type="http://schemas.openxmlformats.org/officeDocument/2006/relationships/image" Target="../media/image7.svg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23.xml"/><Relationship Id="rId3" Type="http://schemas.openxmlformats.org/officeDocument/2006/relationships/tags" Target="../tags/tag118.xml"/><Relationship Id="rId7" Type="http://schemas.openxmlformats.org/officeDocument/2006/relationships/tags" Target="../tags/tag122.xml"/><Relationship Id="rId12" Type="http://schemas.openxmlformats.org/officeDocument/2006/relationships/image" Target="../media/image1.emf"/><Relationship Id="rId2" Type="http://schemas.openxmlformats.org/officeDocument/2006/relationships/tags" Target="../tags/tag117.xml"/><Relationship Id="rId1" Type="http://schemas.openxmlformats.org/officeDocument/2006/relationships/tags" Target="../tags/tag116.xml"/><Relationship Id="rId6" Type="http://schemas.openxmlformats.org/officeDocument/2006/relationships/tags" Target="../tags/tag121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120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19.xml"/><Relationship Id="rId9" Type="http://schemas.openxmlformats.org/officeDocument/2006/relationships/tags" Target="../tags/tag124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image" Target="../media/image3.svg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image" Target="../media/image4.emf"/><Relationship Id="rId2" Type="http://schemas.openxmlformats.org/officeDocument/2006/relationships/tags" Target="../tags/tag147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oleObject" Target="../embeddings/oleObject13.bin"/><Relationship Id="rId5" Type="http://schemas.openxmlformats.org/officeDocument/2006/relationships/tags" Target="../tags/tag150.xml"/><Relationship Id="rId10" Type="http://schemas.openxmlformats.org/officeDocument/2006/relationships/image" Target="../media/image8.png"/><Relationship Id="rId4" Type="http://schemas.openxmlformats.org/officeDocument/2006/relationships/tags" Target="../tags/tag149.xml"/><Relationship Id="rId9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56.xml"/><Relationship Id="rId7" Type="http://schemas.openxmlformats.org/officeDocument/2006/relationships/tags" Target="../tags/tag160.xml"/><Relationship Id="rId2" Type="http://schemas.openxmlformats.org/officeDocument/2006/relationships/tags" Target="../tags/tag155.xml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5" Type="http://schemas.openxmlformats.org/officeDocument/2006/relationships/tags" Target="../tags/tag158.xml"/><Relationship Id="rId10" Type="http://schemas.openxmlformats.org/officeDocument/2006/relationships/image" Target="../media/image1.emf"/><Relationship Id="rId4" Type="http://schemas.openxmlformats.org/officeDocument/2006/relationships/tags" Target="../tags/tag157.xml"/><Relationship Id="rId9" Type="http://schemas.openxmlformats.org/officeDocument/2006/relationships/oleObject" Target="../embeddings/oleObject14.bin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163.xml"/><Relationship Id="rId2" Type="http://schemas.openxmlformats.org/officeDocument/2006/relationships/tags" Target="../tags/tag162.xml"/><Relationship Id="rId1" Type="http://schemas.openxmlformats.org/officeDocument/2006/relationships/tags" Target="../tags/tag161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168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tags" Target="../tags/tag171.xml"/><Relationship Id="rId7" Type="http://schemas.openxmlformats.org/officeDocument/2006/relationships/slideMaster" Target="../slideMasters/slideMaster2.xml"/><Relationship Id="rId2" Type="http://schemas.openxmlformats.org/officeDocument/2006/relationships/tags" Target="../tags/tag170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9" Type="http://schemas.openxmlformats.org/officeDocument/2006/relationships/image" Target="../media/image5.emf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2.xml"/><Relationship Id="rId3" Type="http://schemas.openxmlformats.org/officeDocument/2006/relationships/tags" Target="../tags/tag177.xml"/><Relationship Id="rId7" Type="http://schemas.openxmlformats.org/officeDocument/2006/relationships/tags" Target="../tags/tag181.xml"/><Relationship Id="rId2" Type="http://schemas.openxmlformats.org/officeDocument/2006/relationships/tags" Target="../tags/tag176.xml"/><Relationship Id="rId1" Type="http://schemas.openxmlformats.org/officeDocument/2006/relationships/tags" Target="../tags/tag175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10" Type="http://schemas.openxmlformats.org/officeDocument/2006/relationships/image" Target="../media/image5.emf"/><Relationship Id="rId4" Type="http://schemas.openxmlformats.org/officeDocument/2006/relationships/tags" Target="../tags/tag178.xml"/><Relationship Id="rId9" Type="http://schemas.openxmlformats.org/officeDocument/2006/relationships/oleObject" Target="../embeddings/oleObject16.bin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89.xml"/><Relationship Id="rId3" Type="http://schemas.openxmlformats.org/officeDocument/2006/relationships/tags" Target="../tags/tag184.xml"/><Relationship Id="rId7" Type="http://schemas.openxmlformats.org/officeDocument/2006/relationships/tags" Target="../tags/tag188.xml"/><Relationship Id="rId12" Type="http://schemas.openxmlformats.org/officeDocument/2006/relationships/image" Target="../media/image1.emf"/><Relationship Id="rId2" Type="http://schemas.openxmlformats.org/officeDocument/2006/relationships/tags" Target="../tags/tag183.xml"/><Relationship Id="rId1" Type="http://schemas.openxmlformats.org/officeDocument/2006/relationships/tags" Target="../tags/tag182.xml"/><Relationship Id="rId6" Type="http://schemas.openxmlformats.org/officeDocument/2006/relationships/tags" Target="../tags/tag187.xml"/><Relationship Id="rId11" Type="http://schemas.openxmlformats.org/officeDocument/2006/relationships/oleObject" Target="../embeddings/oleObject17.bin"/><Relationship Id="rId5" Type="http://schemas.openxmlformats.org/officeDocument/2006/relationships/tags" Target="../tags/tag186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85.xml"/><Relationship Id="rId9" Type="http://schemas.openxmlformats.org/officeDocument/2006/relationships/tags" Target="../tags/tag190.xml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tags" Target="../tags/tag198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12" Type="http://schemas.openxmlformats.org/officeDocument/2006/relationships/image" Target="../media/image1.emf"/><Relationship Id="rId2" Type="http://schemas.openxmlformats.org/officeDocument/2006/relationships/tags" Target="../tags/tag192.xml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11" Type="http://schemas.openxmlformats.org/officeDocument/2006/relationships/oleObject" Target="../embeddings/oleObject11.bin"/><Relationship Id="rId5" Type="http://schemas.openxmlformats.org/officeDocument/2006/relationships/tags" Target="../tags/tag195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194.xml"/><Relationship Id="rId9" Type="http://schemas.openxmlformats.org/officeDocument/2006/relationships/tags" Target="../tags/tag199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207.xml"/><Relationship Id="rId3" Type="http://schemas.openxmlformats.org/officeDocument/2006/relationships/tags" Target="../tags/tag202.xml"/><Relationship Id="rId7" Type="http://schemas.openxmlformats.org/officeDocument/2006/relationships/tags" Target="../tags/tag206.xml"/><Relationship Id="rId12" Type="http://schemas.openxmlformats.org/officeDocument/2006/relationships/image" Target="../media/image9.emf"/><Relationship Id="rId2" Type="http://schemas.openxmlformats.org/officeDocument/2006/relationships/tags" Target="../tags/tag201.xml"/><Relationship Id="rId1" Type="http://schemas.openxmlformats.org/officeDocument/2006/relationships/tags" Target="../tags/tag200.xml"/><Relationship Id="rId6" Type="http://schemas.openxmlformats.org/officeDocument/2006/relationships/tags" Target="../tags/tag205.xml"/><Relationship Id="rId11" Type="http://schemas.openxmlformats.org/officeDocument/2006/relationships/oleObject" Target="../embeddings/oleObject18.bin"/><Relationship Id="rId5" Type="http://schemas.openxmlformats.org/officeDocument/2006/relationships/tags" Target="../tags/tag204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03.xml"/><Relationship Id="rId9" Type="http://schemas.openxmlformats.org/officeDocument/2006/relationships/tags" Target="../tags/tag208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3" Type="http://schemas.openxmlformats.org/officeDocument/2006/relationships/tags" Target="../tags/tag211.xml"/><Relationship Id="rId7" Type="http://schemas.openxmlformats.org/officeDocument/2006/relationships/tags" Target="../tags/tag215.xml"/><Relationship Id="rId12" Type="http://schemas.openxmlformats.org/officeDocument/2006/relationships/image" Target="../media/image1.emf"/><Relationship Id="rId2" Type="http://schemas.openxmlformats.org/officeDocument/2006/relationships/tags" Target="../tags/tag210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oleObject" Target="../embeddings/oleObject19.bin"/><Relationship Id="rId5" Type="http://schemas.openxmlformats.org/officeDocument/2006/relationships/tags" Target="../tags/tag213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12.xml"/><Relationship Id="rId9" Type="http://schemas.openxmlformats.org/officeDocument/2006/relationships/tags" Target="../tags/tag217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225.xml"/><Relationship Id="rId3" Type="http://schemas.openxmlformats.org/officeDocument/2006/relationships/tags" Target="../tags/tag220.xml"/><Relationship Id="rId7" Type="http://schemas.openxmlformats.org/officeDocument/2006/relationships/tags" Target="../tags/tag224.xml"/><Relationship Id="rId12" Type="http://schemas.openxmlformats.org/officeDocument/2006/relationships/image" Target="../media/image9.emf"/><Relationship Id="rId2" Type="http://schemas.openxmlformats.org/officeDocument/2006/relationships/tags" Target="../tags/tag219.xml"/><Relationship Id="rId1" Type="http://schemas.openxmlformats.org/officeDocument/2006/relationships/tags" Target="../tags/tag218.xml"/><Relationship Id="rId6" Type="http://schemas.openxmlformats.org/officeDocument/2006/relationships/tags" Target="../tags/tag223.xml"/><Relationship Id="rId11" Type="http://schemas.openxmlformats.org/officeDocument/2006/relationships/oleObject" Target="../embeddings/oleObject20.bin"/><Relationship Id="rId5" Type="http://schemas.openxmlformats.org/officeDocument/2006/relationships/tags" Target="../tags/tag222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21.xml"/><Relationship Id="rId9" Type="http://schemas.openxmlformats.org/officeDocument/2006/relationships/tags" Target="../tags/tag226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tags" Target="../tags/tag234.xml"/><Relationship Id="rId3" Type="http://schemas.openxmlformats.org/officeDocument/2006/relationships/tags" Target="../tags/tag229.xml"/><Relationship Id="rId7" Type="http://schemas.openxmlformats.org/officeDocument/2006/relationships/tags" Target="../tags/tag233.xml"/><Relationship Id="rId12" Type="http://schemas.openxmlformats.org/officeDocument/2006/relationships/image" Target="../media/image9.emf"/><Relationship Id="rId2" Type="http://schemas.openxmlformats.org/officeDocument/2006/relationships/tags" Target="../tags/tag228.xml"/><Relationship Id="rId1" Type="http://schemas.openxmlformats.org/officeDocument/2006/relationships/tags" Target="../tags/tag227.xml"/><Relationship Id="rId6" Type="http://schemas.openxmlformats.org/officeDocument/2006/relationships/tags" Target="../tags/tag232.xml"/><Relationship Id="rId11" Type="http://schemas.openxmlformats.org/officeDocument/2006/relationships/oleObject" Target="../embeddings/oleObject21.bin"/><Relationship Id="rId5" Type="http://schemas.openxmlformats.org/officeDocument/2006/relationships/tags" Target="../tags/tag231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0.xml"/><Relationship Id="rId9" Type="http://schemas.openxmlformats.org/officeDocument/2006/relationships/tags" Target="../tags/tag235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243.xml"/><Relationship Id="rId3" Type="http://schemas.openxmlformats.org/officeDocument/2006/relationships/tags" Target="../tags/tag238.xml"/><Relationship Id="rId7" Type="http://schemas.openxmlformats.org/officeDocument/2006/relationships/tags" Target="../tags/tag242.xml"/><Relationship Id="rId12" Type="http://schemas.openxmlformats.org/officeDocument/2006/relationships/image" Target="../media/image1.emf"/><Relationship Id="rId2" Type="http://schemas.openxmlformats.org/officeDocument/2006/relationships/tags" Target="../tags/tag237.xml"/><Relationship Id="rId1" Type="http://schemas.openxmlformats.org/officeDocument/2006/relationships/tags" Target="../tags/tag236.xml"/><Relationship Id="rId6" Type="http://schemas.openxmlformats.org/officeDocument/2006/relationships/tags" Target="../tags/tag241.xml"/><Relationship Id="rId11" Type="http://schemas.openxmlformats.org/officeDocument/2006/relationships/oleObject" Target="../embeddings/oleObject22.bin"/><Relationship Id="rId5" Type="http://schemas.openxmlformats.org/officeDocument/2006/relationships/tags" Target="../tags/tag240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39.xml"/><Relationship Id="rId9" Type="http://schemas.openxmlformats.org/officeDocument/2006/relationships/tags" Target="../tags/tag244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52.xml"/><Relationship Id="rId3" Type="http://schemas.openxmlformats.org/officeDocument/2006/relationships/tags" Target="../tags/tag247.xml"/><Relationship Id="rId7" Type="http://schemas.openxmlformats.org/officeDocument/2006/relationships/tags" Target="../tags/tag251.xml"/><Relationship Id="rId12" Type="http://schemas.openxmlformats.org/officeDocument/2006/relationships/image" Target="../media/image1.emf"/><Relationship Id="rId2" Type="http://schemas.openxmlformats.org/officeDocument/2006/relationships/tags" Target="../tags/tag246.xml"/><Relationship Id="rId1" Type="http://schemas.openxmlformats.org/officeDocument/2006/relationships/tags" Target="../tags/tag245.xml"/><Relationship Id="rId6" Type="http://schemas.openxmlformats.org/officeDocument/2006/relationships/tags" Target="../tags/tag250.xml"/><Relationship Id="rId11" Type="http://schemas.openxmlformats.org/officeDocument/2006/relationships/oleObject" Target="../embeddings/oleObject23.bin"/><Relationship Id="rId5" Type="http://schemas.openxmlformats.org/officeDocument/2006/relationships/tags" Target="../tags/tag249.xml"/><Relationship Id="rId10" Type="http://schemas.openxmlformats.org/officeDocument/2006/relationships/slideMaster" Target="../slideMasters/slideMaster2.xml"/><Relationship Id="rId4" Type="http://schemas.openxmlformats.org/officeDocument/2006/relationships/tags" Target="../tags/tag248.xml"/><Relationship Id="rId9" Type="http://schemas.openxmlformats.org/officeDocument/2006/relationships/tags" Target="../tags/tag25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" Type="http://schemas.openxmlformats.org/officeDocument/2006/relationships/tags" Target="../tags/tag254.xml"/><Relationship Id="rId6" Type="http://schemas.openxmlformats.org/officeDocument/2006/relationships/slideMaster" Target="../slideMasters/slideMaster2.xml"/><Relationship Id="rId5" Type="http://schemas.openxmlformats.org/officeDocument/2006/relationships/tags" Target="../tags/tag258.xml"/><Relationship Id="rId4" Type="http://schemas.openxmlformats.org/officeDocument/2006/relationships/tags" Target="../tags/tag257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261.xml"/><Relationship Id="rId2" Type="http://schemas.openxmlformats.org/officeDocument/2006/relationships/tags" Target="../tags/tag260.xml"/><Relationship Id="rId1" Type="http://schemas.openxmlformats.org/officeDocument/2006/relationships/tags" Target="../tags/tag259.xml"/><Relationship Id="rId5" Type="http://schemas.openxmlformats.org/officeDocument/2006/relationships/slideMaster" Target="../slideMasters/slideMaster2.xml"/><Relationship Id="rId4" Type="http://schemas.openxmlformats.org/officeDocument/2006/relationships/tags" Target="../tags/tag26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265.xml"/><Relationship Id="rId7" Type="http://schemas.openxmlformats.org/officeDocument/2006/relationships/image" Target="../media/image7.svg"/><Relationship Id="rId2" Type="http://schemas.openxmlformats.org/officeDocument/2006/relationships/tags" Target="../tags/tag264.xml"/><Relationship Id="rId1" Type="http://schemas.openxmlformats.org/officeDocument/2006/relationships/tags" Target="../tags/tag263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4.bin"/><Relationship Id="rId4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svg"/><Relationship Id="rId3" Type="http://schemas.openxmlformats.org/officeDocument/2006/relationships/tags" Target="../tags/tag268.xml"/><Relationship Id="rId7" Type="http://schemas.openxmlformats.org/officeDocument/2006/relationships/image" Target="../media/image2.jpg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5.bin"/><Relationship Id="rId4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dient">
            <a:extLst>
              <a:ext uri="{FF2B5EF4-FFF2-40B4-BE49-F238E27FC236}">
                <a16:creationId xmlns:a16="http://schemas.microsoft.com/office/drawing/2014/main" id="{4B9E5071-7500-41EF-982E-81D55E5B9219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artnership">
            <a:extLst>
              <a:ext uri="{FF2B5EF4-FFF2-40B4-BE49-F238E27FC236}">
                <a16:creationId xmlns:a16="http://schemas.microsoft.com/office/drawing/2014/main" id="{43C6A265-A21D-4081-811A-EF2418F2F0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3474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44" imgH="344" progId="TCLayout.ActiveDocument.1">
                  <p:embed/>
                </p:oleObj>
              </mc:Choice>
              <mc:Fallback>
                <p:oleObj name="think-cell Slide" r:id="rId12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2" name="logoimage">
            <a:extLst>
              <a:ext uri="{FF2B5EF4-FFF2-40B4-BE49-F238E27FC236}">
                <a16:creationId xmlns:a16="http://schemas.microsoft.com/office/drawing/2014/main" id="{A7F0285D-2D61-4DE3-B031-D4FCC8061646}"/>
              </a:ext>
            </a:extLst>
          </p:cNvPr>
          <p:cNvGrpSpPr/>
          <p:nvPr userDrawn="1">
            <p:custDataLst>
              <p:tags r:id="rId3"/>
            </p:custDataLst>
          </p:nvPr>
        </p:nvGrpSpPr>
        <p:grpSpPr>
          <a:xfrm>
            <a:off x="551942" y="481160"/>
            <a:ext cx="1893201" cy="585216"/>
            <a:chOff x="551942" y="481160"/>
            <a:chExt cx="1893201" cy="585216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551942" y="481160"/>
              <a:ext cx="1893201" cy="5852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551942" y="481407"/>
              <a:ext cx="1893201" cy="584969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 userDrawn="1"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 userDrawn="1">
            <p:ph type="body" sz="quarter" idx="13" hasCustomPrompt="1"/>
            <p:custDataLst>
              <p:tags r:id="rId5"/>
            </p:custDataLst>
          </p:nvPr>
        </p:nvSpPr>
        <p:spPr>
          <a:xfrm>
            <a:off x="554736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2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 userDrawn="1"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 userDrawn="1"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Disclaimer-English (United States)">
            <a:extLst>
              <a:ext uri="{FF2B5EF4-FFF2-40B4-BE49-F238E27FC236}">
                <a16:creationId xmlns:a16="http://schemas.microsoft.com/office/drawing/2014/main" id="{FB7A54AC-E14F-4BA1-B48F-5284B039668B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2322576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 dirty="0">
                <a:solidFill>
                  <a:schemeClr val="tx2"/>
                </a:solidFill>
                <a:latin typeface="+mn-lt"/>
              </a:rPr>
              <a:t>CONFIDENTIAL AND PROPRIETARY</a:t>
            </a:r>
          </a:p>
          <a:p>
            <a:pPr defTabSz="804863" eaLnBrk="0" hangingPunct="0"/>
            <a:r>
              <a:rPr lang="en-US" sz="800" dirty="0">
                <a:solidFill>
                  <a:schemeClr val="tx2"/>
                </a:solidFill>
                <a:latin typeface="+mn-lt"/>
              </a:rPr>
              <a:t>Any use of this material without specific permission of McKinsey &amp; Company is strictly prohibited</a:t>
            </a:r>
          </a:p>
        </p:txBody>
      </p:sp>
    </p:spTree>
    <p:extLst>
      <p:ext uri="{BB962C8B-B14F-4D97-AF65-F5344CB8AC3E}">
        <p14:creationId xmlns:p14="http://schemas.microsoft.com/office/powerpoint/2010/main" val="3543058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2742848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12" name="3. Subtitle">
            <a:extLst>
              <a:ext uri="{FF2B5EF4-FFF2-40B4-BE49-F238E27FC236}">
                <a16:creationId xmlns:a16="http://schemas.microsoft.com/office/drawing/2014/main" id="{1EE9FF4B-7331-4DE1-A594-C0C335ED5BE5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0822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2382874E-5BAC-44EB-9C53-2930F0FC66D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2498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2A77292F-0F7C-43B4-9782-AB706C93BD64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079707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A608D4BB-56F5-4BF1-8C9C-8799BAA8CE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7000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A608D4BB-56F5-4BF1-8C9C-8799BAA8CE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288743A-B5B4-4D5C-9D2C-F17D5A50E4B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07CA98DC-1A07-45D0-A835-AD1606EE7BA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97063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CD01A5A-D383-4F62-8841-DD01725307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72114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CD01A5A-D383-4F62-8841-DD01725307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AC2F000-47EB-4070-866B-EF082C9E10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8" name="2. Slide Title">
            <a:extLst>
              <a:ext uri="{FF2B5EF4-FFF2-40B4-BE49-F238E27FC236}">
                <a16:creationId xmlns:a16="http://schemas.microsoft.com/office/drawing/2014/main" id="{EA735538-C733-4892-93A4-7B433D8B8293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6" name="3. Subtitle">
            <a:extLst>
              <a:ext uri="{FF2B5EF4-FFF2-40B4-BE49-F238E27FC236}">
                <a16:creationId xmlns:a16="http://schemas.microsoft.com/office/drawing/2014/main" id="{8DB5022C-F66C-4018-82F3-195571DDD527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FAEB6FCE-50CC-4F2B-A5B3-CB508EDFCD46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97195F4E-ECA7-41A9-AFF3-0C4DAD103DA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469A753E-961A-4AC3-B6E0-4407B9A4AF3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411697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DA8D6A48-EE20-4EB4-A234-9F3B16C0287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77992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DA8D6A48-EE20-4EB4-A234-9F3B16C028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6FAC554-F995-4246-BE36-413D2200D98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2C7757ED-5357-4B01-BB59-15D4406B0FD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418947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EE6E84E-0DE7-4EEF-8932-BF42153B3B5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55183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EE6E84E-0DE7-4EEF-8932-BF42153B3B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2D2E0F6-5BB5-47A0-8E4A-CD4E6673B19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1ADFA379-EDDB-4C62-A3BB-AC227312C6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1089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97842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0E1A178A-6BDC-4A0A-9F92-72F6EB95AD8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06A9E224-CFBD-42B8-A4C0-EFE2C017E52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5065776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F7FC2EC4-28A5-4B24-B46C-79BCB096434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5986642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293AC4C-5B2F-4A0C-8C9B-7295BEE1F45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31244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572" imgH="588" progId="TCLayout.ActiveDocument.1">
                  <p:embed/>
                </p:oleObj>
              </mc:Choice>
              <mc:Fallback>
                <p:oleObj name="think-cell Slide" r:id="rId11" imgW="572" imgH="58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293AC4C-5B2F-4A0C-8C9B-7295BEE1F4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8F8ABD0-305F-4DFC-AC60-1FB7BB1683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5" name="2. Slide Title">
            <a:extLst>
              <a:ext uri="{FF2B5EF4-FFF2-40B4-BE49-F238E27FC236}">
                <a16:creationId xmlns:a16="http://schemas.microsoft.com/office/drawing/2014/main" id="{AA4BE143-5F32-4F04-B536-5DD597732824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97E30C8F-A677-42C7-A072-4ACC7DC3D69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288125BB-6CB4-4B7C-8E2B-CB1912430A39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3370" y="78768"/>
            <a:ext cx="346694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257985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F7114D8-6025-4386-BA96-B034FE6B3CD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23464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F7114D8-6025-4386-BA96-B034FE6B3CD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25C86E70-6ADC-4EA2-90F2-373AC4FDE5D0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3" name="RectangleLight">
            <a:extLst>
              <a:ext uri="{FF2B5EF4-FFF2-40B4-BE49-F238E27FC236}">
                <a16:creationId xmlns:a16="http://schemas.microsoft.com/office/drawing/2014/main" id="{A80E2F68-4ED6-42EF-9858-2FE4B1382825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E6E6E6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0" name="1. On-page tracker">
            <a:extLst>
              <a:ext uri="{FF2B5EF4-FFF2-40B4-BE49-F238E27FC236}">
                <a16:creationId xmlns:a16="http://schemas.microsoft.com/office/drawing/2014/main" id="{CA286AFC-8B29-4E70-86B3-6C866D5BEC95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37073CF3-4B2B-440D-B24E-174E36B7892F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182372"/>
            <a:ext cx="7918704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6" name="3. Subtitle">
            <a:extLst>
              <a:ext uri="{FF2B5EF4-FFF2-40B4-BE49-F238E27FC236}">
                <a16:creationId xmlns:a16="http://schemas.microsoft.com/office/drawing/2014/main" id="{61C78DC4-4C20-4AA3-93C4-00442F85A83B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/>
          <a:p>
            <a:r>
              <a:rPr lang="en-US" sz="1600"/>
              <a:t>Click to edit Master subtitle style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083795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81E2484B-3E40-408C-A350-5EB40C8A09F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A91FB312-B423-41B9-AEAA-2BE53183470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977499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LogoText">
            <a:extLst>
              <a:ext uri="{FF2B5EF4-FFF2-40B4-BE49-F238E27FC236}">
                <a16:creationId xmlns:a16="http://schemas.microsoft.com/office/drawing/2014/main" id="{92A63429-03F1-4595-BAE1-A5F5E74A0DF2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9AEB01CB-E358-4EC5-960A-ABFC66CD5A2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630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32E4BA7-205B-4431-879A-B60A0FD6D20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788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32E4BA7-205B-4431-879A-B60A0FD6D2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LogoImage">
            <a:extLst>
              <a:ext uri="{FF2B5EF4-FFF2-40B4-BE49-F238E27FC236}">
                <a16:creationId xmlns:a16="http://schemas.microsoft.com/office/drawing/2014/main" id="{CC7EE236-F5C9-45E4-A938-FB794BCDD026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black">
          <a:xfrm>
            <a:off x="549271" y="481160"/>
            <a:ext cx="1893201" cy="585216"/>
            <a:chOff x="0" y="973"/>
            <a:chExt cx="7680" cy="2374"/>
          </a:xfrm>
        </p:grpSpPr>
        <p:sp>
          <p:nvSpPr>
            <p:cNvPr id="14" name="AutoShape 3">
              <a:extLst>
                <a:ext uri="{FF2B5EF4-FFF2-40B4-BE49-F238E27FC236}">
                  <a16:creationId xmlns:a16="http://schemas.microsoft.com/office/drawing/2014/main" id="{DD51008E-BD46-4558-BF00-CDD9F0CE18C6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FC37904A-905D-4FD7-8DD4-604C419D9AB5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112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pic>
        <p:nvPicPr>
          <p:cNvPr id="3" name="Partnership">
            <a:extLst>
              <a:ext uri="{FF2B5EF4-FFF2-40B4-BE49-F238E27FC236}">
                <a16:creationId xmlns:a16="http://schemas.microsoft.com/office/drawing/2014/main" id="{406BABA0-9DFC-49A9-8EAF-33E4D637F9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4705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6627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6803205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Title">
    <p:bg>
      <p:bgPr>
        <a:blipFill dpi="0" rotWithShape="1">
          <a:blip r:embed="rId10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BEFF58C-83CF-420F-BF45-F188AE9E73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00213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344" imgH="344" progId="TCLayout.ActiveDocument.1">
                  <p:embed/>
                </p:oleObj>
              </mc:Choice>
              <mc:Fallback>
                <p:oleObj name="think-cell Slide" r:id="rId11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BEFF58C-83CF-420F-BF45-F188AE9E73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_old_Partnership">
            <a:extLst>
              <a:ext uri="{FF2B5EF4-FFF2-40B4-BE49-F238E27FC236}">
                <a16:creationId xmlns:a16="http://schemas.microsoft.com/office/drawing/2014/main" id="{BDA4DCCB-169A-4551-8494-D3074D08D7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BEC3B16-0840-4135-8BED-D45704C3559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grpSp>
        <p:nvGrpSpPr>
          <p:cNvPr id="16" name="LogoImage">
            <a:extLst>
              <a:ext uri="{FF2B5EF4-FFF2-40B4-BE49-F238E27FC236}">
                <a16:creationId xmlns:a16="http://schemas.microsoft.com/office/drawing/2014/main" id="{417D7FAF-35B8-4173-88FB-739B21C6DEBE}"/>
              </a:ext>
            </a:extLst>
          </p:cNvPr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 bwMode="black">
          <a:xfrm>
            <a:off x="551942" y="481161"/>
            <a:ext cx="1893202" cy="585216"/>
            <a:chOff x="0" y="973"/>
            <a:chExt cx="7680" cy="2374"/>
          </a:xfrm>
        </p:grpSpPr>
        <p:sp>
          <p:nvSpPr>
            <p:cNvPr id="19" name="AutoShape 3">
              <a:extLst>
                <a:ext uri="{FF2B5EF4-FFF2-40B4-BE49-F238E27FC236}">
                  <a16:creationId xmlns:a16="http://schemas.microsoft.com/office/drawing/2014/main" id="{03DD3F3B-2548-4AA0-A5B1-E54401FEE8FF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A5CEE8F7-DC61-4907-AA21-C799D61ED268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2" name="ClientLogo">
            <a:extLst>
              <a:ext uri="{FF2B5EF4-FFF2-40B4-BE49-F238E27FC236}">
                <a16:creationId xmlns:a16="http://schemas.microsoft.com/office/drawing/2014/main" id="{5A541723-8353-4CC2-AFDA-19C8B3B786BF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551942" y="4984025"/>
            <a:ext cx="1901952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3" name="Documenttype">
            <a:extLst>
              <a:ext uri="{FF2B5EF4-FFF2-40B4-BE49-F238E27FC236}">
                <a16:creationId xmlns:a16="http://schemas.microsoft.com/office/drawing/2014/main" id="{A8F38EAB-8863-4F94-ACD0-B6D27373BCC1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551942" y="4510168"/>
            <a:ext cx="6016752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6C219131-971A-4BF6-8DFB-186691126F2C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1942" y="4092559"/>
            <a:ext cx="6016752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Title">
            <a:extLst>
              <a:ext uri="{FF2B5EF4-FFF2-40B4-BE49-F238E27FC236}">
                <a16:creationId xmlns:a16="http://schemas.microsoft.com/office/drawing/2014/main" id="{B280F3D7-8B5E-4751-907E-C1D9BEBFDCB8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1942" y="2049805"/>
            <a:ext cx="6016752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5" name="Disclaimer-English (United States)">
            <a:extLst>
              <a:ext uri="{FF2B5EF4-FFF2-40B4-BE49-F238E27FC236}">
                <a16:creationId xmlns:a16="http://schemas.microsoft.com/office/drawing/2014/main" id="{365FDE2E-B4AC-48A0-8D5A-94F648AEA896}"/>
              </a:ext>
            </a:extLst>
          </p:cNvPr>
          <p:cNvSpPr>
            <a:spLocks noChangeArrowheads="1"/>
          </p:cNvSpPr>
          <p:nvPr userDrawn="1">
            <p:custDataLst>
              <p:tags r:id="rId8"/>
            </p:custDataLst>
          </p:nvPr>
        </p:nvSpPr>
        <p:spPr bwMode="black">
          <a:xfrm>
            <a:off x="551942" y="6190488"/>
            <a:ext cx="2322576" cy="356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b" anchorCtr="0">
            <a:noAutofit/>
          </a:bodyPr>
          <a:lstStyle/>
          <a:p>
            <a:pPr defTabSz="804863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CONFIDENTIAL AND PROPRIETARY</a:t>
            </a:r>
          </a:p>
          <a:p>
            <a:pPr defTabSz="804863" eaLnBrk="0" hangingPunct="0"/>
            <a:r>
              <a:rPr lang="en-US" sz="800" dirty="0">
                <a:solidFill>
                  <a:schemeClr val="tx1"/>
                </a:solidFill>
                <a:latin typeface="+mn-lt"/>
              </a:rPr>
              <a:t>Any use of this material without specific permission of McKinsey &amp; Company is strictly prohibited</a:t>
            </a:r>
          </a:p>
        </p:txBody>
      </p:sp>
    </p:spTree>
    <p:extLst>
      <p:ext uri="{BB962C8B-B14F-4D97-AF65-F5344CB8AC3E}">
        <p14:creationId xmlns:p14="http://schemas.microsoft.com/office/powerpoint/2010/main" val="2688593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D01440F-CB45-4B1E-BF2B-97953CB3550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0856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13" imgH="416" progId="TCLayout.ActiveDocument.1">
                  <p:embed/>
                </p:oleObj>
              </mc:Choice>
              <mc:Fallback>
                <p:oleObj name="think-cell Slide" r:id="rId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D01440F-CB45-4B1E-BF2B-97953CB3550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95EE31F-4647-48C1-8F33-15A7FC3D359F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2" name="2. Slide Title">
            <a:extLst>
              <a:ext uri="{FF2B5EF4-FFF2-40B4-BE49-F238E27FC236}">
                <a16:creationId xmlns:a16="http://schemas.microsoft.com/office/drawing/2014/main" id="{0BDEB94E-58BF-43E2-8FF2-DCDA24AD4E9D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54736" y="182372"/>
            <a:ext cx="11082528" cy="7315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A865C2CC-D12C-4517-9906-7CCD161322EB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554736" y="903861"/>
            <a:ext cx="11082528" cy="276999"/>
          </a:xfrm>
        </p:spPr>
        <p:txBody>
          <a:bodyPr anchor="ctr" anchorCtr="0"/>
          <a:lstStyle/>
          <a:p>
            <a:r>
              <a:rPr lang="en-US" sz="1600" dirty="0"/>
              <a:t>Click to edit Master subtitle style</a:t>
            </a:r>
          </a:p>
        </p:txBody>
      </p:sp>
      <p:sp>
        <p:nvSpPr>
          <p:cNvPr id="17" name="1. On-page tracker">
            <a:extLst>
              <a:ext uri="{FF2B5EF4-FFF2-40B4-BE49-F238E27FC236}">
                <a16:creationId xmlns:a16="http://schemas.microsoft.com/office/drawing/2014/main" id="{FE52895E-A8CE-4207-AC48-2296C3D0140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8545150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86177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74A6D15-9D93-480F-A207-CA245151AE2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33F722E2-991C-4728-97C9-8D281DB3C59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86FA29AF-027A-4D55-B276-E2DD256DB98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9219664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8CFBA6B2-A084-4532-80C0-2629A5553A76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677DA9EB-F148-4622-AB71-9F38D348578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8" name="1. On-page tracker">
            <a:extLst>
              <a:ext uri="{FF2B5EF4-FFF2-40B4-BE49-F238E27FC236}">
                <a16:creationId xmlns:a16="http://schemas.microsoft.com/office/drawing/2014/main" id="{93728AF3-A71A-4C7A-97DE-605BB9E1802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282945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A466E0-AD73-4F3A-9B78-5C1BB1238B1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4298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473" imgH="476" progId="TCLayout.ActiveDocument.1">
                  <p:embed/>
                </p:oleObj>
              </mc:Choice>
              <mc:Fallback>
                <p:oleObj name="think-cell Slide" r:id="rId8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A466E0-AD73-4F3A-9B78-5C1BB1238B1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D52DFA4F-F49F-468D-B19A-F0D9ACACF90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E222DC4C-FD9F-4495-B0EA-3E6F1E35596A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93000"/>
              </a:lnSpc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C4B822-CA6B-4F05-8715-F74C6D5D34B1}"/>
              </a:ext>
            </a:extLst>
          </p:cNvPr>
          <p:cNvSpPr>
            <a:spLocks noChangeArrowheads="1"/>
          </p:cNvSpPr>
          <p:nvPr userDrawn="1"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376B40D-309A-4442-81B2-638CDEBB2F7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4D7CBA4-82F6-465D-A903-99498223AB1A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6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7750153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st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965A42E5-8A95-48CC-91A7-EC09BEF8D2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1396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73" imgH="476" progId="TCLayout.ActiveDocument.1">
                  <p:embed/>
                </p:oleObj>
              </mc:Choice>
              <mc:Fallback>
                <p:oleObj name="think-cell Slide" r:id="rId9" imgW="473" imgH="47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965A42E5-8A95-48CC-91A7-EC09BEF8D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96343A1-B4C8-41A2-9540-F666771DD09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34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2. Slide Title">
            <a:extLst>
              <a:ext uri="{FF2B5EF4-FFF2-40B4-BE49-F238E27FC236}">
                <a16:creationId xmlns:a16="http://schemas.microsoft.com/office/drawing/2014/main" id="{FB296734-15F7-4BDF-BF7F-AD560B3E09D7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1505712" y="3592841"/>
            <a:ext cx="9180576" cy="486608"/>
          </a:xfrm>
          <a:prstGeom prst="rect">
            <a:avLst/>
          </a:prstGeom>
        </p:spPr>
        <p:txBody>
          <a:bodyPr>
            <a:spAutoFit/>
          </a:bodyPr>
          <a:lstStyle>
            <a:lvl1pPr>
              <a:lnSpc>
                <a:spcPct val="93000"/>
              </a:lnSpc>
              <a:defRPr sz="3400"/>
            </a:lvl1pPr>
          </a:lstStyle>
          <a:p>
            <a:r>
              <a:rPr lang="en-US" dirty="0"/>
              <a:t>“Click to add quote</a:t>
            </a:r>
          </a:p>
        </p:txBody>
      </p:sp>
      <p:sp>
        <p:nvSpPr>
          <p:cNvPr id="9" name="3. Subtitle">
            <a:extLst>
              <a:ext uri="{FF2B5EF4-FFF2-40B4-BE49-F238E27FC236}">
                <a16:creationId xmlns:a16="http://schemas.microsoft.com/office/drawing/2014/main" id="{F91EA195-0A6B-4141-BE0A-C29B8632D98B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4"/>
            </p:custDataLst>
          </p:nvPr>
        </p:nvSpPr>
        <p:spPr>
          <a:xfrm>
            <a:off x="1505712" y="4284630"/>
            <a:ext cx="918057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quote source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A085514-D1F6-4D77-A23F-C5C66C21AB2E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5. Source" hidden="1">
            <a:extLst>
              <a:ext uri="{FF2B5EF4-FFF2-40B4-BE49-F238E27FC236}">
                <a16:creationId xmlns:a16="http://schemas.microsoft.com/office/drawing/2014/main" id="{C5FBD0AF-1EDD-41EB-9A6E-173435ADFFE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3" name="1. On-page tracker">
            <a:extLst>
              <a:ext uri="{FF2B5EF4-FFF2-40B4-BE49-F238E27FC236}">
                <a16:creationId xmlns:a16="http://schemas.microsoft.com/office/drawing/2014/main" id="{F4C99502-105F-4A25-9FB4-3478945E9E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3126788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3A3BA4A-22A3-4843-892F-E42C155B42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992666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3A3BA4A-22A3-4843-892F-E42C155B42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5BF2AED7-361B-4221-9AF6-77A108DA0C2B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2. Slide Title">
            <a:extLst>
              <a:ext uri="{FF2B5EF4-FFF2-40B4-BE49-F238E27FC236}">
                <a16:creationId xmlns:a16="http://schemas.microsoft.com/office/drawing/2014/main" id="{7C125983-42A9-42F7-AA00-F56CD87B285E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2514600" cy="769441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D41FF9F-DFB7-4DFF-B338-08A2CA649393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6" y="3659644"/>
            <a:ext cx="2514600" cy="492443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064AC035-5239-45FF-8383-33CBCD30D33E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3DF66089-C2CC-4E6A-A7ED-0B333FCF2C4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9896470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6AD2A36-39D2-411F-97A0-A92409896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866271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6AD2A36-39D2-411F-97A0-A92409896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67A342-8C8E-4A76-A2F2-1541645630A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6" name="RectangleDark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2. Slide Title">
            <a:extLst>
              <a:ext uri="{FF2B5EF4-FFF2-40B4-BE49-F238E27FC236}">
                <a16:creationId xmlns:a16="http://schemas.microsoft.com/office/drawing/2014/main" id="{F2EA5A09-84EC-4368-8C76-0BEA141A4333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4BAE0A91-D3D3-4C9A-9F81-3C13D960A341}"/>
              </a:ext>
            </a:extLst>
          </p:cNvPr>
          <p:cNvSpPr>
            <a:spLocks noGrp="1"/>
          </p:cNvSpPr>
          <p:nvPr>
            <p:ph type="subTitle" idx="1"/>
            <p:custDataLst>
              <p:tags r:id="rId7"/>
            </p:custDataLst>
          </p:nvPr>
        </p:nvSpPr>
        <p:spPr>
          <a:xfrm>
            <a:off x="554735" y="3659644"/>
            <a:ext cx="3465575" cy="246221"/>
          </a:xfrm>
        </p:spPr>
        <p:txBody>
          <a:bodyPr wrap="square">
            <a:spAutoFit/>
          </a:bodyPr>
          <a:lstStyle>
            <a:lvl1pPr marL="0" indent="0" algn="l">
              <a:buNone/>
              <a:defRPr sz="1600" b="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5" name="5. Source" hidden="1">
            <a:extLst>
              <a:ext uri="{FF2B5EF4-FFF2-40B4-BE49-F238E27FC236}">
                <a16:creationId xmlns:a16="http://schemas.microsoft.com/office/drawing/2014/main" id="{6BA86AD8-0ECF-4EA8-B346-D8EA2716E80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9" name="1. On-page tracker">
            <a:extLst>
              <a:ext uri="{FF2B5EF4-FFF2-40B4-BE49-F238E27FC236}">
                <a16:creationId xmlns:a16="http://schemas.microsoft.com/office/drawing/2014/main" id="{EDC5E9D8-BFBA-409D-B6E5-65A580E73B6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01729424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65793B5E-3475-4FCD-8164-7A168B5C1B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3914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65793B5E-3475-4FCD-8164-7A168B5C1B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89D8F9-1075-4B52-8375-8D4A2673D84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DF67D7DC-1A5A-4301-93C0-59BCC9FE6A85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3. Subtitle">
            <a:extLst>
              <a:ext uri="{FF2B5EF4-FFF2-40B4-BE49-F238E27FC236}">
                <a16:creationId xmlns:a16="http://schemas.microsoft.com/office/drawing/2014/main" id="{08590DB3-FFB4-489D-B120-ADFDC12014DE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CC3A7643-6C17-4DEC-88AD-F79B0F2E7A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5185615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0511008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4A5E485D-7560-4AEC-8D55-C1425B9D1F47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F1301516-07B7-4BE0-9669-E93BD5C22D18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6967728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15" name="1. On-page tracker">
            <a:extLst>
              <a:ext uri="{FF2B5EF4-FFF2-40B4-BE49-F238E27FC236}">
                <a16:creationId xmlns:a16="http://schemas.microsoft.com/office/drawing/2014/main" id="{D374A786-7E98-4488-A29B-98B4E357E7B8}"/>
              </a:ext>
            </a:extLst>
          </p:cNvPr>
          <p:cNvSpPr>
            <a:spLocks noGrp="1"/>
          </p:cNvSpPr>
          <p:nvPr>
            <p:ph type="body" sz="quarter" idx="18" hasCustomPrompt="1"/>
            <p:custDataLst>
              <p:tags r:id="rId9"/>
            </p:custDataLst>
          </p:nvPr>
        </p:nvSpPr>
        <p:spPr>
          <a:xfrm>
            <a:off x="8173370" y="78768"/>
            <a:ext cx="3466942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4385532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B19533A-7C36-4239-BCB1-336E4EF4EA9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56142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B19533A-7C36-4239-BCB1-336E4EF4EA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78F94EA0-F844-4358-BAB1-09AA056D6AC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0" lang="en-US" sz="2500" b="1" i="0" u="none" strike="noStrike" kern="1200" cap="none" spc="0" normalizeH="0" baseline="0" noProof="0" dirty="0" err="1">
              <a:ln>
                <a:noFill/>
              </a:ln>
              <a:solidFill>
                <a:srgbClr val="051C2C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2" name="RectangleLight">
            <a:extLst>
              <a:ext uri="{FF2B5EF4-FFF2-40B4-BE49-F238E27FC236}">
                <a16:creationId xmlns:a16="http://schemas.microsoft.com/office/drawing/2014/main" id="{65BA59B8-E166-40EF-A08B-73C27149A153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0F0F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7387EF73-467A-4B89-B365-A62C8CF7BE39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3. Subtitle">
            <a:extLst>
              <a:ext uri="{FF2B5EF4-FFF2-40B4-BE49-F238E27FC236}">
                <a16:creationId xmlns:a16="http://schemas.microsoft.com/office/drawing/2014/main" id="{274629CD-1AB4-49FA-9F53-76F3C2EB06B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7918704" cy="276999"/>
          </a:xfrm>
        </p:spPr>
        <p:txBody>
          <a:bodyPr anchor="ctr" anchorCtr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8" name="1. On-page tracker">
            <a:extLst>
              <a:ext uri="{FF2B5EF4-FFF2-40B4-BE49-F238E27FC236}">
                <a16:creationId xmlns:a16="http://schemas.microsoft.com/office/drawing/2014/main" id="{DF5FDB83-729E-495E-B061-EB75DD93AD7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9119860" y="78768"/>
            <a:ext cx="2520451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86870190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1/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DB8ACA33-401E-43F4-A170-DD6C5D984D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033899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73" imgH="473" progId="TCLayout.ActiveDocument.1">
                  <p:embed/>
                </p:oleObj>
              </mc:Choice>
              <mc:Fallback>
                <p:oleObj name="think-cell Slide" r:id="rId11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DB8ACA33-401E-43F4-A170-DD6C5D984D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34231008-BBCB-47D1-91D5-881CAE172F74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5. Source" hidden="1">
            <a:extLst>
              <a:ext uri="{FF2B5EF4-FFF2-40B4-BE49-F238E27FC236}">
                <a16:creationId xmlns:a16="http://schemas.microsoft.com/office/drawing/2014/main" id="{4F4B7457-0497-46CF-9E9B-69EB8E74CC15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16" name="2. Slide Title">
            <a:extLst>
              <a:ext uri="{FF2B5EF4-FFF2-40B4-BE49-F238E27FC236}">
                <a16:creationId xmlns:a16="http://schemas.microsoft.com/office/drawing/2014/main" id="{A6572372-0AB1-4E81-BB71-21DAADA26CB0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18237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3. Subtitle">
            <a:extLst>
              <a:ext uri="{FF2B5EF4-FFF2-40B4-BE49-F238E27FC236}">
                <a16:creationId xmlns:a16="http://schemas.microsoft.com/office/drawing/2014/main" id="{ECA9DF7A-E368-4E06-81DB-9573DB7F92EA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903861"/>
            <a:ext cx="5065776" cy="276999"/>
          </a:xfrm>
        </p:spPr>
        <p:txBody>
          <a:bodyPr anchor="ctr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4" name="1. On-page tracker">
            <a:extLst>
              <a:ext uri="{FF2B5EF4-FFF2-40B4-BE49-F238E27FC236}">
                <a16:creationId xmlns:a16="http://schemas.microsoft.com/office/drawing/2014/main" id="{0343DE71-74EF-4CF3-AB14-F26D42418051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78379239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2/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5422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4361688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1" name="2. Slide Title">
            <a:extLst>
              <a:ext uri="{FF2B5EF4-FFF2-40B4-BE49-F238E27FC236}">
                <a16:creationId xmlns:a16="http://schemas.microsoft.com/office/drawing/2014/main" id="{61BAB226-116B-4061-AAA6-FA0B19E0A17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3200"/>
            <a:ext cx="3465576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3. Subtitle">
            <a:extLst>
              <a:ext uri="{FF2B5EF4-FFF2-40B4-BE49-F238E27FC236}">
                <a16:creationId xmlns:a16="http://schemas.microsoft.com/office/drawing/2014/main" id="{901EC9FA-65C7-4AC6-A9AC-B43BD4264291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3661200"/>
            <a:ext cx="3465576" cy="2448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Master subtitle style</a:t>
            </a:r>
          </a:p>
        </p:txBody>
      </p:sp>
      <p:sp>
        <p:nvSpPr>
          <p:cNvPr id="23" name="1. On-page tracker">
            <a:extLst>
              <a:ext uri="{FF2B5EF4-FFF2-40B4-BE49-F238E27FC236}">
                <a16:creationId xmlns:a16="http://schemas.microsoft.com/office/drawing/2014/main" id="{A75CDD39-93AC-4160-B69B-06F75E5A85A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28794959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verse Contrast 3/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FCB55F70-6D9A-415C-82BE-CBDB3A3541E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7901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1" imgW="413" imgH="416" progId="TCLayout.ActiveDocument.1">
                  <p:embed/>
                </p:oleObj>
              </mc:Choice>
              <mc:Fallback>
                <p:oleObj name="think-cell Slide" r:id="rId11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FCB55F70-6D9A-415C-82BE-CBDB3A3541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07F893DE-55B2-4BF3-87B6-545011BEFD97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7" name="RectangleDark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 userDrawn="1">
            <p:custDataLst>
              <p:tags r:id="rId3"/>
            </p:custDataLst>
          </p:nvPr>
        </p:nvSpPr>
        <p:spPr bwMode="ltGray">
          <a:xfrm>
            <a:off x="-5702" y="0"/>
            <a:ext cx="3410584" cy="6858000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2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2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18" name="5. Source" hidden="1">
            <a:extLst>
              <a:ext uri="{FF2B5EF4-FFF2-40B4-BE49-F238E27FC236}">
                <a16:creationId xmlns:a16="http://schemas.microsoft.com/office/drawing/2014/main" id="{143701BF-655B-4E75-9AF7-14445CDB19BD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bg2"/>
                </a:solidFill>
              </a:rPr>
              <a:t>Source: …</a:t>
            </a:r>
          </a:p>
        </p:txBody>
      </p:sp>
      <p:sp>
        <p:nvSpPr>
          <p:cNvPr id="24" name="2. Slide Title">
            <a:extLst>
              <a:ext uri="{FF2B5EF4-FFF2-40B4-BE49-F238E27FC236}">
                <a16:creationId xmlns:a16="http://schemas.microsoft.com/office/drawing/2014/main" id="{931FDB32-E5DC-4F7F-A1B1-FB3CC830903E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54736" y="2743200"/>
            <a:ext cx="2514600" cy="77040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25" name="3. Subtitle">
            <a:extLst>
              <a:ext uri="{FF2B5EF4-FFF2-40B4-BE49-F238E27FC236}">
                <a16:creationId xmlns:a16="http://schemas.microsoft.com/office/drawing/2014/main" id="{04057707-3F89-441E-A13E-6FCB40A78D50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8"/>
            </p:custDataLst>
          </p:nvPr>
        </p:nvSpPr>
        <p:spPr>
          <a:xfrm>
            <a:off x="554736" y="3661200"/>
            <a:ext cx="2514600" cy="493200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z="1600" dirty="0"/>
              <a:t>Click to edit subtitle style</a:t>
            </a:r>
          </a:p>
        </p:txBody>
      </p:sp>
      <p:sp>
        <p:nvSpPr>
          <p:cNvPr id="26" name="1. On-page tracker">
            <a:extLst>
              <a:ext uri="{FF2B5EF4-FFF2-40B4-BE49-F238E27FC236}">
                <a16:creationId xmlns:a16="http://schemas.microsoft.com/office/drawing/2014/main" id="{95F50EB6-435E-4A8C-B188-9BE2198DB2B9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9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37988556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LogoText">
            <a:extLst>
              <a:ext uri="{FF2B5EF4-FFF2-40B4-BE49-F238E27FC236}">
                <a16:creationId xmlns:a16="http://schemas.microsoft.com/office/drawing/2014/main" id="{B789CE62-716F-47B1-B8FE-60436A1FA5A7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5" name="Slide Number">
            <a:extLst>
              <a:ext uri="{FF2B5EF4-FFF2-40B4-BE49-F238E27FC236}">
                <a16:creationId xmlns:a16="http://schemas.microsoft.com/office/drawing/2014/main" id="{0AA537C7-2883-43C1-848C-3A4E9645077F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6C3D89FC-A4B9-4683-B64F-B0644150274F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175171"/>
            <a:ext cx="11082528" cy="989512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67B1A162-B59D-4B89-B39B-FBDD9E751175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4511BB28-C86B-4C18-B1A3-EF33CF458B8E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54640795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LogoText">
            <a:extLst>
              <a:ext uri="{FF2B5EF4-FFF2-40B4-BE49-F238E27FC236}">
                <a16:creationId xmlns:a16="http://schemas.microsoft.com/office/drawing/2014/main" id="{2F705A80-1DB0-43C3-A71A-9587E6BCC3AD}"/>
              </a:ext>
            </a:extLst>
          </p:cNvPr>
          <p:cNvSpPr txBox="1"/>
          <p:nvPr userDrawn="1">
            <p:custDataLst>
              <p:tags r:id="rId1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4833D5AF-2A75-4978-AA54-00BA594BBA72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48684DB6-320C-4E95-A29C-791B412C8164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AD9436C5-E5F5-42BD-9013-D04449180E9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1964906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422630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LogoImage">
            <a:extLst>
              <a:ext uri="{FF2B5EF4-FFF2-40B4-BE49-F238E27FC236}">
                <a16:creationId xmlns:a16="http://schemas.microsoft.com/office/drawing/2014/main" id="{280FE25E-C8A9-4A63-9254-D200989A2E09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black">
          <a:xfrm>
            <a:off x="549271" y="481161"/>
            <a:ext cx="1893202" cy="585216"/>
            <a:chOff x="0" y="973"/>
            <a:chExt cx="7680" cy="237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pic>
        <p:nvPicPr>
          <p:cNvPr id="3" name="Partnership">
            <a:extLst>
              <a:ext uri="{FF2B5EF4-FFF2-40B4-BE49-F238E27FC236}">
                <a16:creationId xmlns:a16="http://schemas.microsoft.com/office/drawing/2014/main" id="{50962D09-1CE6-4134-DF07-C36C76D239C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0021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rast En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491B0EE-37B4-4A8C-9C8F-48909747EA0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378960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44" imgH="344" progId="TCLayout.ActiveDocument.1">
                  <p:embed/>
                </p:oleObj>
              </mc:Choice>
              <mc:Fallback>
                <p:oleObj name="think-cell Slide" r:id="rId5" imgW="344" imgH="344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491B0EE-37B4-4A8C-9C8F-48909747EA0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Gradient">
            <a:extLst>
              <a:ext uri="{FF2B5EF4-FFF2-40B4-BE49-F238E27FC236}">
                <a16:creationId xmlns:a16="http://schemas.microsoft.com/office/drawing/2014/main" id="{79053B4B-5611-4E88-A055-51294B3EC494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Partnership">
            <a:extLst>
              <a:ext uri="{FF2B5EF4-FFF2-40B4-BE49-F238E27FC236}">
                <a16:creationId xmlns:a16="http://schemas.microsoft.com/office/drawing/2014/main" id="{912FC87F-71F4-4612-BFC0-882CBE8364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6" name="LogoImage">
            <a:extLst>
              <a:ext uri="{FF2B5EF4-FFF2-40B4-BE49-F238E27FC236}">
                <a16:creationId xmlns:a16="http://schemas.microsoft.com/office/drawing/2014/main" id="{280FE25E-C8A9-4A63-9254-D200989A2E09}"/>
              </a:ext>
            </a:extLst>
          </p:cNvPr>
          <p:cNvGrpSpPr>
            <a:grpSpLocks noChangeAspect="1"/>
          </p:cNvGrpSpPr>
          <p:nvPr userDrawn="1">
            <p:custDataLst>
              <p:tags r:id="rId2"/>
            </p:custDataLst>
          </p:nvPr>
        </p:nvGrpSpPr>
        <p:grpSpPr bwMode="black">
          <a:xfrm>
            <a:off x="549271" y="481161"/>
            <a:ext cx="1893202" cy="585216"/>
            <a:chOff x="0" y="973"/>
            <a:chExt cx="7680" cy="2374"/>
          </a:xfrm>
        </p:grpSpPr>
        <p:sp>
          <p:nvSpPr>
            <p:cNvPr id="8" name="AutoShape 3">
              <a:extLst>
                <a:ext uri="{FF2B5EF4-FFF2-40B4-BE49-F238E27FC236}">
                  <a16:creationId xmlns:a16="http://schemas.microsoft.com/office/drawing/2014/main" id="{FD120780-E7D0-42EA-AB5A-363335299EBE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A9C60168-96E8-4CC3-91EC-B2F7F57959D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latin typeface="Arial" panose="020B0604020202020204" pitchFamily="34" charset="0"/>
              </a:endParaRPr>
            </a:p>
          </p:txBody>
        </p:sp>
      </p:grpSp>
      <p:sp>
        <p:nvSpPr>
          <p:cNvPr id="10" name="5. Source" hidden="1">
            <a:extLst>
              <a:ext uri="{FF2B5EF4-FFF2-40B4-BE49-F238E27FC236}">
                <a16:creationId xmlns:a16="http://schemas.microsoft.com/office/drawing/2014/main" id="{EED9D83D-9CC3-45F3-876D-CC42BC0B70E0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312266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tags" Target="../tags/tag3.xml"/><Relationship Id="rId26" Type="http://schemas.openxmlformats.org/officeDocument/2006/relationships/tags" Target="../tags/tag11.xml"/><Relationship Id="rId39" Type="http://schemas.openxmlformats.org/officeDocument/2006/relationships/image" Target="../media/image1.emf"/><Relationship Id="rId21" Type="http://schemas.openxmlformats.org/officeDocument/2006/relationships/tags" Target="../tags/tag6.xml"/><Relationship Id="rId34" Type="http://schemas.openxmlformats.org/officeDocument/2006/relationships/tags" Target="../tags/tag19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5" Type="http://schemas.openxmlformats.org/officeDocument/2006/relationships/tags" Target="../tags/tag10.xml"/><Relationship Id="rId33" Type="http://schemas.openxmlformats.org/officeDocument/2006/relationships/tags" Target="../tags/tag18.xml"/><Relationship Id="rId38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tags" Target="../tags/tag5.xml"/><Relationship Id="rId29" Type="http://schemas.openxmlformats.org/officeDocument/2006/relationships/tags" Target="../tags/tag1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9.xml"/><Relationship Id="rId32" Type="http://schemas.openxmlformats.org/officeDocument/2006/relationships/tags" Target="../tags/tag17.xml"/><Relationship Id="rId37" Type="http://schemas.openxmlformats.org/officeDocument/2006/relationships/tags" Target="../tags/tag2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8.xml"/><Relationship Id="rId28" Type="http://schemas.openxmlformats.org/officeDocument/2006/relationships/tags" Target="../tags/tag13.xml"/><Relationship Id="rId36" Type="http://schemas.openxmlformats.org/officeDocument/2006/relationships/tags" Target="../tags/tag21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4.xml"/><Relationship Id="rId31" Type="http://schemas.openxmlformats.org/officeDocument/2006/relationships/tags" Target="../tags/tag16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7.xml"/><Relationship Id="rId27" Type="http://schemas.openxmlformats.org/officeDocument/2006/relationships/tags" Target="../tags/tag12.xml"/><Relationship Id="rId30" Type="http://schemas.openxmlformats.org/officeDocument/2006/relationships/tags" Target="../tags/tag15.xml"/><Relationship Id="rId35" Type="http://schemas.openxmlformats.org/officeDocument/2006/relationships/tags" Target="../tags/tag20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tags" Target="../tags/tag131.xml"/><Relationship Id="rId39" Type="http://schemas.openxmlformats.org/officeDocument/2006/relationships/tags" Target="../tags/tag144.xml"/><Relationship Id="rId21" Type="http://schemas.openxmlformats.org/officeDocument/2006/relationships/tags" Target="../tags/tag126.xml"/><Relationship Id="rId34" Type="http://schemas.openxmlformats.org/officeDocument/2006/relationships/tags" Target="../tags/tag139.xml"/><Relationship Id="rId42" Type="http://schemas.openxmlformats.org/officeDocument/2006/relationships/image" Target="../media/image4.emf"/><Relationship Id="rId7" Type="http://schemas.openxmlformats.org/officeDocument/2006/relationships/slideLayout" Target="../slideLayouts/slideLayout22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tags" Target="../tags/tag125.xml"/><Relationship Id="rId29" Type="http://schemas.openxmlformats.org/officeDocument/2006/relationships/tags" Target="../tags/tag134.xml"/><Relationship Id="rId41" Type="http://schemas.openxmlformats.org/officeDocument/2006/relationships/oleObject" Target="../embeddings/oleObject12.bin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tags" Target="../tags/tag129.xml"/><Relationship Id="rId32" Type="http://schemas.openxmlformats.org/officeDocument/2006/relationships/tags" Target="../tags/tag137.xml"/><Relationship Id="rId37" Type="http://schemas.openxmlformats.org/officeDocument/2006/relationships/tags" Target="../tags/tag142.xml"/><Relationship Id="rId40" Type="http://schemas.openxmlformats.org/officeDocument/2006/relationships/tags" Target="../tags/tag145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tags" Target="../tags/tag128.xml"/><Relationship Id="rId28" Type="http://schemas.openxmlformats.org/officeDocument/2006/relationships/tags" Target="../tags/tag133.xml"/><Relationship Id="rId36" Type="http://schemas.openxmlformats.org/officeDocument/2006/relationships/tags" Target="../tags/tag141.xml"/><Relationship Id="rId10" Type="http://schemas.openxmlformats.org/officeDocument/2006/relationships/slideLayout" Target="../slideLayouts/slideLayout25.xml"/><Relationship Id="rId19" Type="http://schemas.openxmlformats.org/officeDocument/2006/relationships/theme" Target="../theme/theme2.xml"/><Relationship Id="rId31" Type="http://schemas.openxmlformats.org/officeDocument/2006/relationships/tags" Target="../tags/tag136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tags" Target="../tags/tag127.xml"/><Relationship Id="rId27" Type="http://schemas.openxmlformats.org/officeDocument/2006/relationships/tags" Target="../tags/tag132.xml"/><Relationship Id="rId30" Type="http://schemas.openxmlformats.org/officeDocument/2006/relationships/tags" Target="../tags/tag135.xml"/><Relationship Id="rId35" Type="http://schemas.openxmlformats.org/officeDocument/2006/relationships/tags" Target="../tags/tag140.xml"/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tags" Target="../tags/tag130.xml"/><Relationship Id="rId33" Type="http://schemas.openxmlformats.org/officeDocument/2006/relationships/tags" Target="../tags/tag138.xml"/><Relationship Id="rId38" Type="http://schemas.openxmlformats.org/officeDocument/2006/relationships/tags" Target="../tags/tag14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7972593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8" imgW="413" imgH="416" progId="TCLayout.ActiveDocument.1">
                  <p:embed/>
                </p:oleObj>
              </mc:Choice>
              <mc:Fallback>
                <p:oleObj name="think-cell Slide" r:id="rId38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18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2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21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22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10728000" y="4323600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2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2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2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692297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654" r:id="rId2"/>
    <p:sldLayoutId id="2147483807" r:id="rId3"/>
    <p:sldLayoutId id="2147483800" r:id="rId4"/>
    <p:sldLayoutId id="2147483659" r:id="rId5"/>
    <p:sldLayoutId id="2147483804" r:id="rId6"/>
    <p:sldLayoutId id="2147483886" r:id="rId7"/>
    <p:sldLayoutId id="2147483887" r:id="rId8"/>
    <p:sldLayoutId id="2147483888" r:id="rId9"/>
    <p:sldLayoutId id="2147483889" r:id="rId10"/>
    <p:sldLayoutId id="2147483890" r:id="rId11"/>
    <p:sldLayoutId id="2147483879" r:id="rId12"/>
    <p:sldLayoutId id="2147483706" r:id="rId13"/>
    <p:sldLayoutId id="2147483718" r:id="rId14"/>
    <p:sldLayoutId id="2147483900" r:id="rId15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8800E62-ECD5-472D-995B-013B57BB4C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28404044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344" imgH="344" progId="TCLayout.ActiveDocument.1">
                  <p:embed/>
                </p:oleObj>
              </mc:Choice>
              <mc:Fallback>
                <p:oleObj name="think-cell Slide" r:id="rId41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8800E62-ECD5-472D-995B-013B57BB4C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1D1744EB-7E76-4AE2-88F6-C0D4CE03B5BB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tx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 err="1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22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53" name="2. Slide Title">
            <a:extLst>
              <a:ext uri="{FF2B5EF4-FFF2-40B4-BE49-F238E27FC236}">
                <a16:creationId xmlns:a16="http://schemas.microsoft.com/office/drawing/2014/main" id="{7C8D601E-A2E1-4979-AE83-B694B9829662}"/>
              </a:ext>
            </a:extLst>
          </p:cNvPr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554736" y="17221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6A9C4AD8-E579-4AD3-9B92-5A31AC8DDA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5" name="Grid" hidden="1">
            <a:extLst>
              <a:ext uri="{FF2B5EF4-FFF2-40B4-BE49-F238E27FC236}">
                <a16:creationId xmlns:a16="http://schemas.microsoft.com/office/drawing/2014/main" id="{DEFB2FD9-7CD8-4FAE-9553-EBB1883173D8}"/>
              </a:ext>
            </a:extLst>
          </p:cNvPr>
          <p:cNvGrpSpPr/>
          <p:nvPr userDrawn="1">
            <p:custDataLst>
              <p:tags r:id="rId24"/>
            </p:custDataLst>
          </p:nvPr>
        </p:nvGrpSpPr>
        <p:grpSpPr>
          <a:xfrm>
            <a:off x="1524" y="0"/>
            <a:ext cx="12190476" cy="6858000"/>
            <a:chOff x="0" y="0"/>
            <a:chExt cx="12190476" cy="6858000"/>
          </a:xfrm>
        </p:grpSpPr>
        <p:sp>
          <p:nvSpPr>
            <p:cNvPr id="56" name="slide margin">
              <a:extLst>
                <a:ext uri="{FF2B5EF4-FFF2-40B4-BE49-F238E27FC236}">
                  <a16:creationId xmlns:a16="http://schemas.microsoft.com/office/drawing/2014/main" id="{38DD344F-AD20-46A3-A11B-2D82C3344FEC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err="1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6C7601CF-5E5B-457D-847F-427610DA2FB7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31F3C21-0066-454F-858F-CF8DE7C15746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2C2F96-141D-4584-8AFC-7B03AC967AD5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FFAB406-01C7-4D16-B756-95AABF69356F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0947A7-511E-40BC-89AC-7FB57EB8253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E13BF7D-FE79-4AD9-BD1E-86E33F888F0B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39CD20B4-6A15-49A2-A59E-FCCFB641E09C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88C9107F-AE78-4984-826C-0B2406DAF134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34F056F-D81A-4196-9B3A-AE8FD5591CB2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4C1E84A-C73C-43D4-BA3C-8DBC74530EF8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BE85AE8D-58C3-4AA0-B6F0-E5B277CA7900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7C36F9C0-4B83-4C02-9FB8-FE87C7414EE2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33B3485C-D98D-4843-9430-BAB5037871BA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4711F5E-C124-4817-92AB-CA50490512E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287B4A93-F9FF-464C-9429-7F0508C752D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30BD8E3-A9FF-4CAF-AFCE-78BAF967AB1A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68DFD3D7-8227-4BAE-92E3-7A8D1D9D120B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B1BDBD63-521E-429E-88F1-146A189AC445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0B0088A-AB05-469E-9D5A-008850E9B532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9BCFA35-14ED-4686-918B-E003CB0183E0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2C9479A-9B75-4DAD-BD6F-ACA06F40053D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E502045-AFEE-46BD-82EF-7FDCA210A972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8331B978-23AB-4D1C-BDEB-D3F9BEDAA2DB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B5C2958A-8756-4F5D-9D2E-8609AF3FE7F3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05E51A7-0B73-4EDC-8853-4C4885C3CD12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55BB02-C70B-4783-95E3-349A9749DE81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414889-E577-40C3-8CDF-DA20200FC4B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0578B73-0DC8-40FE-8A21-280C0818D286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2A3EAB8C-6F2A-4487-A2BB-0984642F92BD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07D70175-6613-45BC-AF43-015C72F13A7B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9B942F25-6CDB-4981-97B7-D7BDEBE5ADF5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1315AFB-F00B-4517-B2CA-2588A030EFF4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2EAC9B8-160B-4F7F-8029-F358F771D70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42671AAA-F5BF-4B8E-9B20-12F8E97A3021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3FB4F88-2E32-42AF-931D-73EEE391186B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4A1769F-CE92-4633-87B1-DDCB8F121456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B597847-9D21-4E79-A3C1-CD09A72ED17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4475F4C-A18C-4D1A-BA57-171FB0889ED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CB668352-A3AB-4B2E-9A58-3447022124C4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7FB43971-E513-473C-A51D-9EE94E61083C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45DF1BF3-81AD-4891-9BB0-2F7A0C9D4E46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00BDB8E3-D6DD-4760-8A19-73C078A70F8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CF12D775-122F-40DE-9D53-9EE07EEAA8F5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D2CAD56-BA05-4C75-8034-7BE3F452236F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90E0245-1DD4-47DE-874E-81EEEC5BC8F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CFFCCA0-3335-4A1D-ABE0-05033DB06A2E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F4D72CB9-C1AD-44DE-9701-7AC2B6FF96CE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889B3321-C5E9-4805-BC66-EA0432C4C15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CEEB3E-3F13-47FD-9363-059ECF85CA24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373AB56B-1DBC-4E4B-A722-E8BD0ECD1B41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7406E6C7-24A3-4B83-8726-B30607709EF5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ABF470C1-8F17-46A7-9CF6-68959FCC27C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BDFB440D-CD6D-4896-879A-A739507A9DA0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213BC5EF-1845-45CB-A034-F5C2FECB524D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2206814-DAB9-4959-9312-D81139D2AED1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63072DF-59FF-4A0A-BAA0-5A11E1D2E4E3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8A4BE5F7-9CDA-49D9-BFEC-F2B196770FC3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C5C0C16-0A28-498B-9C6F-5032271897D0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91131945-8EE6-4545-BF8A-AF353687BEB3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75DD299-052D-4F8E-A9FE-D093F95B0FF2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8EBC29A-6A7B-40D5-897C-5DEEBEE6A4B2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C66B5FDD-F1EC-4F2C-B392-BC178AD8DA90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D93E83BE-872E-48AC-9FFE-A9F5597742DF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D9D1C528-2748-4906-ABB1-D32D60EC43E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6982271F-16E6-4B46-8B36-C850AA36014C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8A678F6B-D7A6-4C5F-A60A-68F375965733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1F16AAE-3D56-49D9-B1F8-CF0D668C4625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46BA71-43F2-4516-96BC-46C1F7150D1F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6B2820DA-E0D5-407B-9227-F00335F2855C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6A61357-206A-4A6B-82AD-45174279B301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6FD4E7D7-1920-4CDF-8C8E-2C8843C3234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B6B52954-99B2-4CA1-BC58-BC2CE3144C2E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A58B8F17-F2CF-4C8B-9384-4763AEB46266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F4D57F3-3690-4C8F-9DD3-6514140E8449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F1248E6-58FC-4800-A342-F266640388C0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9B8011EA-A67B-4792-899C-6F30861FB41B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E187538-C1B6-4AB3-9E92-1CBE573E39EA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F725F436-5B17-4F6D-B174-9FD6324175C9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3DD99996-2943-48E4-B56E-D3F05FDFEC4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E8B8D663-5E52-4EA2-8D3F-41F6121FAE3C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F6EC2A-C5C1-4266-92CE-81F84B827556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main body box">
              <a:extLst>
                <a:ext uri="{FF2B5EF4-FFF2-40B4-BE49-F238E27FC236}">
                  <a16:creationId xmlns:a16="http://schemas.microsoft.com/office/drawing/2014/main" id="{B218B8DC-43D2-4BF0-8019-414A6C978B5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F8A6CBCB-2578-43F1-B7A4-69F595E6E013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62E19C48-49CD-490C-82AF-6A807F4A91F8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145" name="4. Footnote" hidden="1">
            <a:extLst>
              <a:ext uri="{FF2B5EF4-FFF2-40B4-BE49-F238E27FC236}">
                <a16:creationId xmlns:a16="http://schemas.microsoft.com/office/drawing/2014/main" id="{56E3DC21-21DB-42FE-8721-1BC0E89F13AE}"/>
              </a:ext>
            </a:extLst>
          </p:cNvPr>
          <p:cNvSpPr txBox="1"/>
          <p:nvPr userDrawn="1">
            <p:custDataLst>
              <p:tags r:id="rId2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85" name="LegendBoxes" hidden="1">
            <a:extLst>
              <a:ext uri="{FF2B5EF4-FFF2-40B4-BE49-F238E27FC236}">
                <a16:creationId xmlns:a16="http://schemas.microsoft.com/office/drawing/2014/main" id="{28785628-9685-42DD-85C6-4A7FDEAEB9E4}"/>
              </a:ext>
            </a:extLst>
          </p:cNvPr>
          <p:cNvGrpSpPr/>
          <p:nvPr userDrawn="1"/>
        </p:nvGrpSpPr>
        <p:grpSpPr>
          <a:xfrm>
            <a:off x="10722394" y="4323600"/>
            <a:ext cx="984864" cy="1717282"/>
            <a:chOff x="9585951" y="2980105"/>
            <a:chExt cx="984864" cy="1717282"/>
          </a:xfrm>
        </p:grpSpPr>
        <p:sp>
          <p:nvSpPr>
            <p:cNvPr id="186" name="RectangleLegend1">
              <a:extLst>
                <a:ext uri="{FF2B5EF4-FFF2-40B4-BE49-F238E27FC236}">
                  <a16:creationId xmlns:a16="http://schemas.microsoft.com/office/drawing/2014/main" id="{F6C915EA-5130-4DA7-8B9A-5E522A1DBE2F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7" name="RectangleLegend2">
              <a:extLst>
                <a:ext uri="{FF2B5EF4-FFF2-40B4-BE49-F238E27FC236}">
                  <a16:creationId xmlns:a16="http://schemas.microsoft.com/office/drawing/2014/main" id="{056BAC0D-94D9-4BAA-A238-909A42CD485B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8" name="RectangleLegend3">
              <a:extLst>
                <a:ext uri="{FF2B5EF4-FFF2-40B4-BE49-F238E27FC236}">
                  <a16:creationId xmlns:a16="http://schemas.microsoft.com/office/drawing/2014/main" id="{BC7BB400-0474-421B-B1C4-D9D83F8D7025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4">
              <a:extLst>
                <a:ext uri="{FF2B5EF4-FFF2-40B4-BE49-F238E27FC236}">
                  <a16:creationId xmlns:a16="http://schemas.microsoft.com/office/drawing/2014/main" id="{5D84FBCC-8195-429D-ADA2-ADF26D0822E2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5">
              <a:extLst>
                <a:ext uri="{FF2B5EF4-FFF2-40B4-BE49-F238E27FC236}">
                  <a16:creationId xmlns:a16="http://schemas.microsoft.com/office/drawing/2014/main" id="{655825D0-671B-44EC-90C5-7913A4E7BAB9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191" name="Legend1">
              <a:extLst>
                <a:ext uri="{FF2B5EF4-FFF2-40B4-BE49-F238E27FC236}">
                  <a16:creationId xmlns:a16="http://schemas.microsoft.com/office/drawing/2014/main" id="{CD018A8B-4FD0-4C99-AA47-D684D1049136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2" name="Legend2">
              <a:extLst>
                <a:ext uri="{FF2B5EF4-FFF2-40B4-BE49-F238E27FC236}">
                  <a16:creationId xmlns:a16="http://schemas.microsoft.com/office/drawing/2014/main" id="{24E194E3-38A9-4A3A-AEBA-D1DCF1935051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3" name="Legend3">
              <a:extLst>
                <a:ext uri="{FF2B5EF4-FFF2-40B4-BE49-F238E27FC236}">
                  <a16:creationId xmlns:a16="http://schemas.microsoft.com/office/drawing/2014/main" id="{DCCF084D-A8B2-46B3-BE03-CFDA8E58B2B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4">
              <a:extLst>
                <a:ext uri="{FF2B5EF4-FFF2-40B4-BE49-F238E27FC236}">
                  <a16:creationId xmlns:a16="http://schemas.microsoft.com/office/drawing/2014/main" id="{0E49468C-EFEE-4C9A-BECB-CC10BE34BF4B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5">
              <a:extLst>
                <a:ext uri="{FF2B5EF4-FFF2-40B4-BE49-F238E27FC236}">
                  <a16:creationId xmlns:a16="http://schemas.microsoft.com/office/drawing/2014/main" id="{443480AB-89E7-497E-A131-91869590BDB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6" name="LegendMoons" hidden="1">
            <a:extLst>
              <a:ext uri="{FF2B5EF4-FFF2-40B4-BE49-F238E27FC236}">
                <a16:creationId xmlns:a16="http://schemas.microsoft.com/office/drawing/2014/main" id="{BCBAA4B3-76E3-4E3E-9DFB-193618E70571}"/>
              </a:ext>
            </a:extLst>
          </p:cNvPr>
          <p:cNvGrpSpPr/>
          <p:nvPr userDrawn="1"/>
        </p:nvGrpSpPr>
        <p:grpSpPr>
          <a:xfrm>
            <a:off x="10692000" y="1339200"/>
            <a:ext cx="1023616" cy="1731859"/>
            <a:chOff x="7723680" y="1702457"/>
            <a:chExt cx="1023616" cy="1731859"/>
          </a:xfrm>
        </p:grpSpPr>
        <p:sp>
          <p:nvSpPr>
            <p:cNvPr id="147" name="Legend1">
              <a:extLst>
                <a:ext uri="{FF2B5EF4-FFF2-40B4-BE49-F238E27FC236}">
                  <a16:creationId xmlns:a16="http://schemas.microsoft.com/office/drawing/2014/main" id="{A8F35D73-D259-46FA-AFD2-EA8247EDE0BB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8" name="Legend2">
              <a:extLst>
                <a:ext uri="{FF2B5EF4-FFF2-40B4-BE49-F238E27FC236}">
                  <a16:creationId xmlns:a16="http://schemas.microsoft.com/office/drawing/2014/main" id="{8C810E22-5C1D-4238-A604-CBCDDCB4C05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49" name="Legend3">
              <a:extLst>
                <a:ext uri="{FF2B5EF4-FFF2-40B4-BE49-F238E27FC236}">
                  <a16:creationId xmlns:a16="http://schemas.microsoft.com/office/drawing/2014/main" id="{E4D11ABD-C458-4D2C-B8BA-1BD7E497965C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4">
              <a:extLst>
                <a:ext uri="{FF2B5EF4-FFF2-40B4-BE49-F238E27FC236}">
                  <a16:creationId xmlns:a16="http://schemas.microsoft.com/office/drawing/2014/main" id="{6751DA88-7594-4AF8-9B0B-6D236454D486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5">
              <a:extLst>
                <a:ext uri="{FF2B5EF4-FFF2-40B4-BE49-F238E27FC236}">
                  <a16:creationId xmlns:a16="http://schemas.microsoft.com/office/drawing/2014/main" id="{9BD97B4F-09E8-498D-A862-8771F6492867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2" name="MoonLegend1">
              <a:extLst>
                <a:ext uri="{FF2B5EF4-FFF2-40B4-BE49-F238E27FC236}">
                  <a16:creationId xmlns:a16="http://schemas.microsoft.com/office/drawing/2014/main" id="{2D833A59-C7AB-446D-8FF2-91CA9DB3ACEE}"/>
                </a:ext>
              </a:extLst>
            </p:cNvPr>
            <p:cNvGrpSpPr>
              <a:grpSpLocks noChangeAspect="1"/>
            </p:cNvGrpSpPr>
            <p:nvPr>
              <p:custDataLst>
                <p:tags r:id="rId26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6FAD167A-470E-49B3-9358-C391E9721499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 hidden="1">
                <a:extLst>
                  <a:ext uri="{FF2B5EF4-FFF2-40B4-BE49-F238E27FC236}">
                    <a16:creationId xmlns:a16="http://schemas.microsoft.com/office/drawing/2014/main" id="{2106BC3D-6019-4A97-BF49-95FEE529E3EF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3" name="MoonLegend2">
              <a:extLst>
                <a:ext uri="{FF2B5EF4-FFF2-40B4-BE49-F238E27FC236}">
                  <a16:creationId xmlns:a16="http://schemas.microsoft.com/office/drawing/2014/main" id="{290914A9-07C8-4F8C-AD47-74783B1DE6E1}"/>
                </a:ext>
              </a:extLst>
            </p:cNvPr>
            <p:cNvGrpSpPr>
              <a:grpSpLocks noChangeAspect="1"/>
            </p:cNvGrpSpPr>
            <p:nvPr>
              <p:custDataLst>
                <p:tags r:id="rId27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14C29FC0-EC32-412C-A1FC-29EF13DE8125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08217F02-10EE-4BF5-8640-3409A47C5847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4" name="MoonLegend3">
              <a:extLst>
                <a:ext uri="{FF2B5EF4-FFF2-40B4-BE49-F238E27FC236}">
                  <a16:creationId xmlns:a16="http://schemas.microsoft.com/office/drawing/2014/main" id="{435D5936-2D97-416D-A834-DF4B9D96A043}"/>
                </a:ext>
              </a:extLst>
            </p:cNvPr>
            <p:cNvGrpSpPr>
              <a:grpSpLocks noChangeAspect="1"/>
            </p:cNvGrpSpPr>
            <p:nvPr>
              <p:custDataLst>
                <p:tags r:id="rId28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69BF58B2-CF38-41FB-8EF8-3EE6A3F13980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9A2D06B2-79B1-475C-A66E-9CB573E98829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5" name="MoonLegend4">
              <a:extLst>
                <a:ext uri="{FF2B5EF4-FFF2-40B4-BE49-F238E27FC236}">
                  <a16:creationId xmlns:a16="http://schemas.microsoft.com/office/drawing/2014/main" id="{8EC87CF1-17C2-4BF0-9A01-8C2C8FFFF842}"/>
                </a:ext>
              </a:extLst>
            </p:cNvPr>
            <p:cNvGrpSpPr>
              <a:grpSpLocks noChangeAspect="1"/>
            </p:cNvGrpSpPr>
            <p:nvPr>
              <p:custDataLst>
                <p:tags r:id="rId29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3A7C7C4F-14E8-4812-AC35-7D066AEC66E0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7F7E2EA4-AD8C-4DA3-ACA6-A69404D1E88D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6" name="MoonLegend5">
              <a:extLst>
                <a:ext uri="{FF2B5EF4-FFF2-40B4-BE49-F238E27FC236}">
                  <a16:creationId xmlns:a16="http://schemas.microsoft.com/office/drawing/2014/main" id="{BCD87F8B-10B7-4E82-8EC4-F08B412A1736}"/>
                </a:ext>
              </a:extLst>
            </p:cNvPr>
            <p:cNvGrpSpPr>
              <a:grpSpLocks noChangeAspect="1"/>
            </p:cNvGrpSpPr>
            <p:nvPr>
              <p:custDataLst>
                <p:tags r:id="rId30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7" name="Oval 156">
                <a:extLst>
                  <a:ext uri="{FF2B5EF4-FFF2-40B4-BE49-F238E27FC236}">
                    <a16:creationId xmlns:a16="http://schemas.microsoft.com/office/drawing/2014/main" id="{88573FB6-1F3D-4B01-98F6-7E4478BE33EF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 err="1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Arc 157">
                <a:extLst>
                  <a:ext uri="{FF2B5EF4-FFF2-40B4-BE49-F238E27FC236}">
                    <a16:creationId xmlns:a16="http://schemas.microsoft.com/office/drawing/2014/main" id="{CF3B10D5-50BA-4075-BEDD-5D7FF7BE36E6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2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167" name="Sticker" hidden="1">
            <a:extLst>
              <a:ext uri="{FF2B5EF4-FFF2-40B4-BE49-F238E27FC236}">
                <a16:creationId xmlns:a16="http://schemas.microsoft.com/office/drawing/2014/main" id="{174FA759-1A16-45E2-B8DB-6AC61DFC92D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9460" y="1289273"/>
            <a:ext cx="428337" cy="156997"/>
            <a:chOff x="8456447" y="272180"/>
            <a:chExt cx="322188" cy="156966"/>
          </a:xfrm>
        </p:grpSpPr>
        <p:sp>
          <p:nvSpPr>
            <p:cNvPr id="168" name="StickerRectangle">
              <a:extLst>
                <a:ext uri="{FF2B5EF4-FFF2-40B4-BE49-F238E27FC236}">
                  <a16:creationId xmlns:a16="http://schemas.microsoft.com/office/drawing/2014/main" id="{99FB5892-A9FF-4D0E-8661-19A39D5E096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69" name="StickerUnderline">
              <a:extLst>
                <a:ext uri="{FF2B5EF4-FFF2-40B4-BE49-F238E27FC236}">
                  <a16:creationId xmlns:a16="http://schemas.microsoft.com/office/drawing/2014/main" id="{B821CB31-49E5-49E7-966F-3C5449557168}"/>
                </a:ext>
              </a:extLst>
            </p:cNvPr>
            <p:cNvCxnSpPr>
              <a:cxnSpLocks noChangeShapeType="1"/>
              <a:stCxn id="168" idx="4"/>
              <a:endCxn id="168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44" name="LegendLines" hidden="1">
            <a:extLst>
              <a:ext uri="{FF2B5EF4-FFF2-40B4-BE49-F238E27FC236}">
                <a16:creationId xmlns:a16="http://schemas.microsoft.com/office/drawing/2014/main" id="{96520A0D-E8D0-48B5-8162-BA1976A5C3E1}"/>
              </a:ext>
            </a:extLst>
          </p:cNvPr>
          <p:cNvGrpSpPr/>
          <p:nvPr userDrawn="1"/>
        </p:nvGrpSpPr>
        <p:grpSpPr>
          <a:xfrm>
            <a:off x="10440000" y="3243600"/>
            <a:ext cx="1269335" cy="958286"/>
            <a:chOff x="4372690" y="3739101"/>
            <a:chExt cx="1269335" cy="958286"/>
          </a:xfrm>
        </p:grpSpPr>
        <p:sp>
          <p:nvSpPr>
            <p:cNvPr id="170" name="Legend1">
              <a:extLst>
                <a:ext uri="{FF2B5EF4-FFF2-40B4-BE49-F238E27FC236}">
                  <a16:creationId xmlns:a16="http://schemas.microsoft.com/office/drawing/2014/main" id="{D5E27233-7661-43E0-8C1B-859EBE562598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1" name="Legend2">
              <a:extLst>
                <a:ext uri="{FF2B5EF4-FFF2-40B4-BE49-F238E27FC236}">
                  <a16:creationId xmlns:a16="http://schemas.microsoft.com/office/drawing/2014/main" id="{215BA769-FC3A-4971-81E8-16C8E713802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2" name="Legend3">
              <a:extLst>
                <a:ext uri="{FF2B5EF4-FFF2-40B4-BE49-F238E27FC236}">
                  <a16:creationId xmlns:a16="http://schemas.microsoft.com/office/drawing/2014/main" id="{75880242-A8D7-441D-805E-B817DF5CA85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73" name="LineLegend3">
              <a:extLst>
                <a:ext uri="{FF2B5EF4-FFF2-40B4-BE49-F238E27FC236}">
                  <a16:creationId xmlns:a16="http://schemas.microsoft.com/office/drawing/2014/main" id="{5C3089E9-5649-4103-BA5F-72175F24BEF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4" name="LineLegend2">
              <a:extLst>
                <a:ext uri="{FF2B5EF4-FFF2-40B4-BE49-F238E27FC236}">
                  <a16:creationId xmlns:a16="http://schemas.microsoft.com/office/drawing/2014/main" id="{70A7CFCE-D526-433E-9FBC-6DEF2F5E9EB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75" name="LineLegend1">
              <a:extLst>
                <a:ext uri="{FF2B5EF4-FFF2-40B4-BE49-F238E27FC236}">
                  <a16:creationId xmlns:a16="http://schemas.microsoft.com/office/drawing/2014/main" id="{4AD9EC0A-8F45-49FA-BB0F-195682A6F6B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6525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5" r:id="rId1"/>
    <p:sldLayoutId id="2147483866" r:id="rId2"/>
    <p:sldLayoutId id="2147483867" r:id="rId3"/>
    <p:sldLayoutId id="2147483868" r:id="rId4"/>
    <p:sldLayoutId id="2147483870" r:id="rId5"/>
    <p:sldLayoutId id="2147483871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  <p:sldLayoutId id="2147483897" r:id="rId13"/>
    <p:sldLayoutId id="2147483898" r:id="rId14"/>
    <p:sldLayoutId id="2147483880" r:id="rId15"/>
    <p:sldLayoutId id="2147483877" r:id="rId16"/>
    <p:sldLayoutId id="2147483878" r:id="rId17"/>
    <p:sldLayoutId id="2147483899" r:id="rId18"/>
  </p:sldLayoutIdLst>
  <p:txStyles>
    <p:titleStyle>
      <a:lvl1pPr algn="l" defTabSz="914400" rtl="0" eaLnBrk="1" latinLnBrk="0" hangingPunct="1">
        <a:lnSpc>
          <a:spcPct val="93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914400" indent="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3" Type="http://schemas.openxmlformats.org/officeDocument/2006/relationships/tags" Target="../tags/tag271.xml"/><Relationship Id="rId7" Type="http://schemas.openxmlformats.org/officeDocument/2006/relationships/image" Target="../media/image10.png"/><Relationship Id="rId2" Type="http://schemas.openxmlformats.org/officeDocument/2006/relationships/tags" Target="../tags/tag270.xml"/><Relationship Id="rId1" Type="http://schemas.openxmlformats.org/officeDocument/2006/relationships/tags" Target="../tags/tag26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73.xml"/><Relationship Id="rId10" Type="http://schemas.openxmlformats.org/officeDocument/2006/relationships/image" Target="../media/image11.png"/><Relationship Id="rId4" Type="http://schemas.openxmlformats.org/officeDocument/2006/relationships/tags" Target="../tags/tag272.xml"/><Relationship Id="rId9" Type="http://schemas.openxmlformats.org/officeDocument/2006/relationships/image" Target="../media/image5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81.xml"/><Relationship Id="rId13" Type="http://schemas.openxmlformats.org/officeDocument/2006/relationships/image" Target="../media/image5.emf"/><Relationship Id="rId18" Type="http://schemas.openxmlformats.org/officeDocument/2006/relationships/image" Target="../media/image15.svg"/><Relationship Id="rId3" Type="http://schemas.openxmlformats.org/officeDocument/2006/relationships/tags" Target="../tags/tag276.xml"/><Relationship Id="rId7" Type="http://schemas.openxmlformats.org/officeDocument/2006/relationships/tags" Target="../tags/tag280.xml"/><Relationship Id="rId12" Type="http://schemas.openxmlformats.org/officeDocument/2006/relationships/oleObject" Target="../embeddings/oleObject27.bin"/><Relationship Id="rId17" Type="http://schemas.openxmlformats.org/officeDocument/2006/relationships/image" Target="../media/image14.svg"/><Relationship Id="rId2" Type="http://schemas.openxmlformats.org/officeDocument/2006/relationships/tags" Target="../tags/tag275.xml"/><Relationship Id="rId16" Type="http://schemas.openxmlformats.org/officeDocument/2006/relationships/image" Target="../media/image13.svg"/><Relationship Id="rId1" Type="http://schemas.openxmlformats.org/officeDocument/2006/relationships/tags" Target="../tags/tag274.xml"/><Relationship Id="rId6" Type="http://schemas.openxmlformats.org/officeDocument/2006/relationships/tags" Target="../tags/tag279.xml"/><Relationship Id="rId11" Type="http://schemas.openxmlformats.org/officeDocument/2006/relationships/slideLayout" Target="../slideLayouts/slideLayout13.xml"/><Relationship Id="rId5" Type="http://schemas.openxmlformats.org/officeDocument/2006/relationships/tags" Target="../tags/tag278.xml"/><Relationship Id="rId15" Type="http://schemas.openxmlformats.org/officeDocument/2006/relationships/image" Target="../media/image11.png"/><Relationship Id="rId10" Type="http://schemas.openxmlformats.org/officeDocument/2006/relationships/tags" Target="../tags/tag283.xml"/><Relationship Id="rId4" Type="http://schemas.openxmlformats.org/officeDocument/2006/relationships/tags" Target="../tags/tag277.xml"/><Relationship Id="rId9" Type="http://schemas.openxmlformats.org/officeDocument/2006/relationships/tags" Target="../tags/tag282.xml"/><Relationship Id="rId14" Type="http://schemas.openxmlformats.org/officeDocument/2006/relationships/image" Target="../media/image12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12.jpeg"/><Relationship Id="rId3" Type="http://schemas.openxmlformats.org/officeDocument/2006/relationships/tags" Target="../tags/tag286.xml"/><Relationship Id="rId7" Type="http://schemas.openxmlformats.org/officeDocument/2006/relationships/tags" Target="../tags/tag290.xml"/><Relationship Id="rId12" Type="http://schemas.openxmlformats.org/officeDocument/2006/relationships/slide" Target="slide11.xml"/><Relationship Id="rId2" Type="http://schemas.openxmlformats.org/officeDocument/2006/relationships/tags" Target="../tags/tag285.xml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slide" Target="slide8.xml"/><Relationship Id="rId5" Type="http://schemas.openxmlformats.org/officeDocument/2006/relationships/tags" Target="../tags/tag288.xml"/><Relationship Id="rId10" Type="http://schemas.openxmlformats.org/officeDocument/2006/relationships/image" Target="../media/image5.emf"/><Relationship Id="rId4" Type="http://schemas.openxmlformats.org/officeDocument/2006/relationships/tags" Target="../tags/tag287.xml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293.xml"/><Relationship Id="rId7" Type="http://schemas.openxmlformats.org/officeDocument/2006/relationships/oleObject" Target="../embeddings/oleObject29.bin"/><Relationship Id="rId2" Type="http://schemas.openxmlformats.org/officeDocument/2006/relationships/tags" Target="../tags/tag292.xml"/><Relationship Id="rId1" Type="http://schemas.openxmlformats.org/officeDocument/2006/relationships/tags" Target="../tags/tag29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295.xml"/><Relationship Id="rId4" Type="http://schemas.openxmlformats.org/officeDocument/2006/relationships/tags" Target="../tags/tag29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303.xml"/><Relationship Id="rId13" Type="http://schemas.openxmlformats.org/officeDocument/2006/relationships/image" Target="../media/image17.jpeg"/><Relationship Id="rId3" Type="http://schemas.openxmlformats.org/officeDocument/2006/relationships/tags" Target="../tags/tag298.xml"/><Relationship Id="rId7" Type="http://schemas.openxmlformats.org/officeDocument/2006/relationships/tags" Target="../tags/tag302.xml"/><Relationship Id="rId12" Type="http://schemas.openxmlformats.org/officeDocument/2006/relationships/image" Target="../media/image16.jpeg"/><Relationship Id="rId17" Type="http://schemas.openxmlformats.org/officeDocument/2006/relationships/image" Target="../media/image20.jpeg"/><Relationship Id="rId2" Type="http://schemas.openxmlformats.org/officeDocument/2006/relationships/tags" Target="../tags/tag297.xml"/><Relationship Id="rId16" Type="http://schemas.openxmlformats.org/officeDocument/2006/relationships/image" Target="../media/image11.png"/><Relationship Id="rId1" Type="http://schemas.openxmlformats.org/officeDocument/2006/relationships/tags" Target="../tags/tag296.xml"/><Relationship Id="rId6" Type="http://schemas.openxmlformats.org/officeDocument/2006/relationships/tags" Target="../tags/tag301.xml"/><Relationship Id="rId11" Type="http://schemas.openxmlformats.org/officeDocument/2006/relationships/image" Target="../media/image5.emf"/><Relationship Id="rId5" Type="http://schemas.openxmlformats.org/officeDocument/2006/relationships/tags" Target="../tags/tag300.xml"/><Relationship Id="rId15" Type="http://schemas.openxmlformats.org/officeDocument/2006/relationships/image" Target="../media/image19.jpeg"/><Relationship Id="rId10" Type="http://schemas.openxmlformats.org/officeDocument/2006/relationships/oleObject" Target="../embeddings/oleObject30.bin"/><Relationship Id="rId4" Type="http://schemas.openxmlformats.org/officeDocument/2006/relationships/tags" Target="../tags/tag299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18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3" Type="http://schemas.openxmlformats.org/officeDocument/2006/relationships/tags" Target="../tags/tag306.xml"/><Relationship Id="rId7" Type="http://schemas.openxmlformats.org/officeDocument/2006/relationships/tags" Target="../tags/tag310.xml"/><Relationship Id="rId2" Type="http://schemas.openxmlformats.org/officeDocument/2006/relationships/tags" Target="../tags/tag305.xml"/><Relationship Id="rId1" Type="http://schemas.openxmlformats.org/officeDocument/2006/relationships/tags" Target="../tags/tag304.xml"/><Relationship Id="rId6" Type="http://schemas.openxmlformats.org/officeDocument/2006/relationships/tags" Target="../tags/tag309.xml"/><Relationship Id="rId11" Type="http://schemas.openxmlformats.org/officeDocument/2006/relationships/image" Target="../media/image11.png"/><Relationship Id="rId5" Type="http://schemas.openxmlformats.org/officeDocument/2006/relationships/tags" Target="../tags/tag308.xml"/><Relationship Id="rId10" Type="http://schemas.openxmlformats.org/officeDocument/2006/relationships/image" Target="../media/image5.emf"/><Relationship Id="rId4" Type="http://schemas.openxmlformats.org/officeDocument/2006/relationships/tags" Target="../tags/tag307.xml"/><Relationship Id="rId9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tags" Target="../tags/tag313.xml"/><Relationship Id="rId7" Type="http://schemas.openxmlformats.org/officeDocument/2006/relationships/oleObject" Target="../embeddings/oleObject32.bin"/><Relationship Id="rId2" Type="http://schemas.openxmlformats.org/officeDocument/2006/relationships/tags" Target="../tags/tag312.xml"/><Relationship Id="rId1" Type="http://schemas.openxmlformats.org/officeDocument/2006/relationships/tags" Target="../tags/tag311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315.xml"/><Relationship Id="rId4" Type="http://schemas.openxmlformats.org/officeDocument/2006/relationships/tags" Target="../tags/tag31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.xml"/><Relationship Id="rId13" Type="http://schemas.openxmlformats.org/officeDocument/2006/relationships/image" Target="../media/image12.jpeg"/><Relationship Id="rId3" Type="http://schemas.openxmlformats.org/officeDocument/2006/relationships/tags" Target="../tags/tag318.xml"/><Relationship Id="rId7" Type="http://schemas.openxmlformats.org/officeDocument/2006/relationships/tags" Target="../tags/tag322.xml"/><Relationship Id="rId12" Type="http://schemas.openxmlformats.org/officeDocument/2006/relationships/slide" Target="slide11.xml"/><Relationship Id="rId2" Type="http://schemas.openxmlformats.org/officeDocument/2006/relationships/tags" Target="../tags/tag317.xml"/><Relationship Id="rId1" Type="http://schemas.openxmlformats.org/officeDocument/2006/relationships/tags" Target="../tags/tag316.xml"/><Relationship Id="rId6" Type="http://schemas.openxmlformats.org/officeDocument/2006/relationships/tags" Target="../tags/tag321.xml"/><Relationship Id="rId11" Type="http://schemas.openxmlformats.org/officeDocument/2006/relationships/slide" Target="slide3.xml"/><Relationship Id="rId5" Type="http://schemas.openxmlformats.org/officeDocument/2006/relationships/tags" Target="../tags/tag320.xml"/><Relationship Id="rId10" Type="http://schemas.openxmlformats.org/officeDocument/2006/relationships/image" Target="../media/image5.emf"/><Relationship Id="rId4" Type="http://schemas.openxmlformats.org/officeDocument/2006/relationships/tags" Target="../tags/tag319.xml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2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26.xml"/><Relationship Id="rId7" Type="http://schemas.openxmlformats.org/officeDocument/2006/relationships/image" Target="../media/image11.png"/><Relationship Id="rId2" Type="http://schemas.openxmlformats.org/officeDocument/2006/relationships/tags" Target="../tags/tag325.xml"/><Relationship Id="rId1" Type="http://schemas.openxmlformats.org/officeDocument/2006/relationships/tags" Target="../tags/tag324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4.bin"/><Relationship Id="rId4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11.png"/><Relationship Id="rId3" Type="http://schemas.openxmlformats.org/officeDocument/2006/relationships/tags" Target="../tags/tag329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12.jpeg"/><Relationship Id="rId2" Type="http://schemas.openxmlformats.org/officeDocument/2006/relationships/tags" Target="../tags/tag328.xml"/><Relationship Id="rId1" Type="http://schemas.openxmlformats.org/officeDocument/2006/relationships/tags" Target="../tags/tag327.xml"/><Relationship Id="rId6" Type="http://schemas.openxmlformats.org/officeDocument/2006/relationships/tags" Target="../tags/tag332.xml"/><Relationship Id="rId11" Type="http://schemas.openxmlformats.org/officeDocument/2006/relationships/slide" Target="slide8.xml"/><Relationship Id="rId5" Type="http://schemas.openxmlformats.org/officeDocument/2006/relationships/tags" Target="../tags/tag331.xml"/><Relationship Id="rId10" Type="http://schemas.openxmlformats.org/officeDocument/2006/relationships/slide" Target="slide3.xml"/><Relationship Id="rId4" Type="http://schemas.openxmlformats.org/officeDocument/2006/relationships/tags" Target="../tags/tag330.xml"/><Relationship Id="rId9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35.xml"/><Relationship Id="rId7" Type="http://schemas.openxmlformats.org/officeDocument/2006/relationships/image" Target="../media/image11.png"/><Relationship Id="rId2" Type="http://schemas.openxmlformats.org/officeDocument/2006/relationships/tags" Target="../tags/tag334.xml"/><Relationship Id="rId1" Type="http://schemas.openxmlformats.org/officeDocument/2006/relationships/tags" Target="../tags/tag33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6.bin"/><Relationship Id="rId4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38.xml"/><Relationship Id="rId7" Type="http://schemas.openxmlformats.org/officeDocument/2006/relationships/image" Target="../media/image11.png"/><Relationship Id="rId2" Type="http://schemas.openxmlformats.org/officeDocument/2006/relationships/tags" Target="../tags/tag337.xml"/><Relationship Id="rId1" Type="http://schemas.openxmlformats.org/officeDocument/2006/relationships/tags" Target="../tags/tag336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37.bin"/><Relationship Id="rId4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24.svg"/><Relationship Id="rId3" Type="http://schemas.openxmlformats.org/officeDocument/2006/relationships/tags" Target="../tags/tag341.xml"/><Relationship Id="rId7" Type="http://schemas.openxmlformats.org/officeDocument/2006/relationships/slideLayout" Target="../slideLayouts/slideLayout15.xml"/><Relationship Id="rId12" Type="http://schemas.openxmlformats.org/officeDocument/2006/relationships/image" Target="../media/image23.svg"/><Relationship Id="rId2" Type="http://schemas.openxmlformats.org/officeDocument/2006/relationships/tags" Target="../tags/tag340.xml"/><Relationship Id="rId1" Type="http://schemas.openxmlformats.org/officeDocument/2006/relationships/tags" Target="../tags/tag339.xml"/><Relationship Id="rId6" Type="http://schemas.openxmlformats.org/officeDocument/2006/relationships/tags" Target="../tags/tag344.xml"/><Relationship Id="rId11" Type="http://schemas.openxmlformats.org/officeDocument/2006/relationships/image" Target="../media/image22.svg"/><Relationship Id="rId5" Type="http://schemas.openxmlformats.org/officeDocument/2006/relationships/tags" Target="../tags/tag343.xml"/><Relationship Id="rId15" Type="http://schemas.openxmlformats.org/officeDocument/2006/relationships/image" Target="../media/image26.svg"/><Relationship Id="rId10" Type="http://schemas.openxmlformats.org/officeDocument/2006/relationships/image" Target="../media/image21.svg"/><Relationship Id="rId4" Type="http://schemas.openxmlformats.org/officeDocument/2006/relationships/tags" Target="../tags/tag342.xml"/><Relationship Id="rId9" Type="http://schemas.openxmlformats.org/officeDocument/2006/relationships/image" Target="../media/image5.emf"/><Relationship Id="rId1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tags" Target="../tags/tag346.xml"/><Relationship Id="rId1" Type="http://schemas.openxmlformats.org/officeDocument/2006/relationships/tags" Target="../tags/tag345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39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ustomTitleImage">
            <a:extLst>
              <a:ext uri="{FF2B5EF4-FFF2-40B4-BE49-F238E27FC236}">
                <a16:creationId xmlns:a16="http://schemas.microsoft.com/office/drawing/2014/main" id="{C9B0B5F8-E943-4389-ABB0-25E90C056E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87263" cy="6858000"/>
          </a:xfrm>
          <a:prstGeom prst="rect">
            <a:avLst/>
          </a:prstGeom>
        </p:spPr>
      </p:pic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97AF5839-64E8-4A0C-941A-587EE44FE2E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31625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6" progId="TCLayout.ActiveDocument.1">
                  <p:embed/>
                </p:oleObj>
              </mc:Choice>
              <mc:Fallback>
                <p:oleObj name="think-cell Slide" r:id="rId8" imgW="395" imgH="396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97AF5839-64E8-4A0C-941A-587EE44FE2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cumenttype">
            <a:extLst>
              <a:ext uri="{FF2B5EF4-FFF2-40B4-BE49-F238E27FC236}">
                <a16:creationId xmlns:a16="http://schemas.microsoft.com/office/drawing/2014/main" id="{D0BBCA06-DEF4-4795-94A2-A540DA04AF77}"/>
              </a:ext>
            </a:extLst>
          </p:cNvPr>
          <p:cNvSpPr>
            <a:spLocks noGrp="1"/>
          </p:cNvSpPr>
          <p:nvPr>
            <p:ph type="body" sz="quarter" idx="13"/>
            <p:custDataLst>
              <p:tags r:id="rId3"/>
            </p:custDataLst>
          </p:nvPr>
        </p:nvSpPr>
        <p:spPr/>
        <p:txBody>
          <a:bodyPr vert="horz" wrap="square" lIns="0" tIns="0" rIns="0" bIns="0" rtlCol="0" anchor="t">
            <a:noAutofit/>
          </a:bodyPr>
          <a:lstStyle/>
          <a:p>
            <a:r>
              <a:rPr lang="en-US" dirty="0">
                <a:cs typeface="Arial"/>
              </a:rPr>
              <a:t>October 2026</a:t>
            </a:r>
            <a:endParaRPr lang="en-US" dirty="0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8007604B-6370-4B1D-BF90-6DABCFFC0788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US" dirty="0"/>
              <a:t>Day 2 case study </a:t>
            </a:r>
          </a:p>
        </p:txBody>
      </p:sp>
      <p:sp>
        <p:nvSpPr>
          <p:cNvPr id="5" name="Title">
            <a:extLst>
              <a:ext uri="{FF2B5EF4-FFF2-40B4-BE49-F238E27FC236}">
                <a16:creationId xmlns:a16="http://schemas.microsoft.com/office/drawing/2014/main" id="{B5952192-8E2E-4CAE-B892-C9E953CC0946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/>
          <a:lstStyle/>
          <a:p>
            <a:r>
              <a:rPr lang="en-US" dirty="0"/>
              <a:t>Thrive Bootcamp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814350-14F1-4E13-8D20-8E378E73BE8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  <a:biLevel thresh="25000"/>
          </a:blip>
          <a:srcRect l="3859" t="5714"/>
          <a:stretch/>
        </p:blipFill>
        <p:spPr>
          <a:xfrm>
            <a:off x="818490" y="5078050"/>
            <a:ext cx="1368856" cy="78121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399738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2" hidden="1">
            <a:extLst>
              <a:ext uri="{FF2B5EF4-FFF2-40B4-BE49-F238E27FC236}">
                <a16:creationId xmlns:a16="http://schemas.microsoft.com/office/drawing/2014/main" id="{75572E55-5C0B-44AB-9CCD-8A5920C1960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95" imgH="396" progId="TCLayout.ActiveDocument.1">
                  <p:embed/>
                </p:oleObj>
              </mc:Choice>
              <mc:Fallback>
                <p:oleObj name="think-cell Slide" r:id="rId12" imgW="395" imgH="396" progId="TCLayout.ActiveDocument.1">
                  <p:embed/>
                  <p:pic>
                    <p:nvPicPr>
                      <p:cNvPr id="6" name="Object 2" hidden="1">
                        <a:extLst>
                          <a:ext uri="{FF2B5EF4-FFF2-40B4-BE49-F238E27FC236}">
                            <a16:creationId xmlns:a16="http://schemas.microsoft.com/office/drawing/2014/main" id="{75572E55-5C0B-44AB-9CCD-8A5920C196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5" name="Picture 34">
            <a:extLst>
              <a:ext uri="{FF2B5EF4-FFF2-40B4-BE49-F238E27FC236}">
                <a16:creationId xmlns:a16="http://schemas.microsoft.com/office/drawing/2014/main" id="{838E14D9-FC07-474B-99A7-9D5FD27D0836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06" t="5326" r="13342" b="2800"/>
          <a:stretch/>
        </p:blipFill>
        <p:spPr>
          <a:xfrm>
            <a:off x="7419372" y="1874019"/>
            <a:ext cx="4772628" cy="4983981"/>
          </a:xfrm>
          <a:prstGeom prst="rect">
            <a:avLst/>
          </a:prstGeom>
        </p:spPr>
      </p:pic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5C2BC8CB-0202-4695-A5ED-4B126DDB9923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2. Slide Title">
            <a:extLst>
              <a:ext uri="{FF2B5EF4-FFF2-40B4-BE49-F238E27FC236}">
                <a16:creationId xmlns:a16="http://schemas.microsoft.com/office/drawing/2014/main" id="{B043BCED-192F-45C4-8FF5-B77356743643}"/>
              </a:ext>
            </a:extLst>
          </p:cNvPr>
          <p:cNvSpPr>
            <a:spLocks noGrp="1"/>
          </p:cNvSpPr>
          <p:nvPr>
            <p:ph type="title" idx="4294967295"/>
            <p:custDataLst>
              <p:tags r:id="rId4"/>
            </p:custDataLst>
          </p:nvPr>
        </p:nvSpPr>
        <p:spPr>
          <a:xfrm>
            <a:off x="554736" y="545942"/>
            <a:ext cx="11082528" cy="35779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anchor="b" anchorCtr="0">
            <a:spAutoFit/>
          </a:bodyPr>
          <a:lstStyle/>
          <a:p>
            <a:r>
              <a:rPr lang="en-US" dirty="0" err="1"/>
              <a:t>Dairyworks</a:t>
            </a:r>
            <a:r>
              <a:rPr lang="en-US" dirty="0"/>
              <a:t> case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FC8BA1-7C8B-4E0A-8486-5FB67C933B29}"/>
              </a:ext>
            </a:extLst>
          </p:cNvPr>
          <p:cNvSpPr txBox="1">
            <a:spLocks/>
          </p:cNvSpPr>
          <p:nvPr/>
        </p:nvSpPr>
        <p:spPr>
          <a:xfrm>
            <a:off x="554736" y="1685725"/>
            <a:ext cx="7785958" cy="738664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 err="1"/>
              <a:t>Dairyworks</a:t>
            </a:r>
            <a:r>
              <a:rPr lang="en-US" dirty="0"/>
              <a:t>, a </a:t>
            </a:r>
            <a:r>
              <a:rPr lang="en-US" b="1" dirty="0"/>
              <a:t>UAE-based</a:t>
            </a:r>
            <a:r>
              <a:rPr lang="en-US" dirty="0"/>
              <a:t> Dairy company, has </a:t>
            </a:r>
            <a:r>
              <a:rPr lang="en-US" b="1" dirty="0"/>
              <a:t>appointed a new CEO</a:t>
            </a:r>
            <a:r>
              <a:rPr lang="en-US" dirty="0"/>
              <a:t>. </a:t>
            </a:r>
            <a:r>
              <a:rPr lang="en-US" dirty="0" err="1"/>
              <a:t>Dairyworks</a:t>
            </a:r>
            <a:r>
              <a:rPr lang="en-US" dirty="0"/>
              <a:t> has been experiencing </a:t>
            </a:r>
            <a:r>
              <a:rPr lang="en-US" b="1" dirty="0"/>
              <a:t>declining performance</a:t>
            </a:r>
            <a:r>
              <a:rPr lang="en-US" dirty="0"/>
              <a:t> in recent years, so the CEO has </a:t>
            </a:r>
            <a:r>
              <a:rPr lang="en-US" b="1" dirty="0"/>
              <a:t>hired your team to develop a value creation plan for the next 5 years</a:t>
            </a:r>
            <a:r>
              <a:rPr lang="en-US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F726732-2AB0-4CAA-A6B9-F4B46D1D7E5E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059037" y="377332"/>
            <a:ext cx="1575751" cy="89929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615A724-8EC4-4E0B-A84D-485D1868AC67}"/>
              </a:ext>
            </a:extLst>
          </p:cNvPr>
          <p:cNvSpPr txBox="1">
            <a:spLocks/>
          </p:cNvSpPr>
          <p:nvPr/>
        </p:nvSpPr>
        <p:spPr>
          <a:xfrm>
            <a:off x="554736" y="1234987"/>
            <a:ext cx="7785958" cy="30777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2000" b="1" dirty="0"/>
              <a:t>Context</a:t>
            </a:r>
          </a:p>
        </p:txBody>
      </p:sp>
      <p:cxnSp>
        <p:nvCxnSpPr>
          <p:cNvPr id="36" name="LineContentSeparatorStrong 30">
            <a:extLst>
              <a:ext uri="{FF2B5EF4-FFF2-40B4-BE49-F238E27FC236}">
                <a16:creationId xmlns:a16="http://schemas.microsoft.com/office/drawing/2014/main" id="{925FD6B9-5EB0-453E-A991-7B4FDB3B4101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547688" y="2568714"/>
            <a:ext cx="7785958" cy="0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3542FC4-8DAC-4F97-AE76-69641037554E}"/>
              </a:ext>
            </a:extLst>
          </p:cNvPr>
          <p:cNvSpPr txBox="1">
            <a:spLocks/>
          </p:cNvSpPr>
          <p:nvPr/>
        </p:nvSpPr>
        <p:spPr>
          <a:xfrm>
            <a:off x="3528746" y="3921227"/>
            <a:ext cx="2244694" cy="16850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Market analysis and opportunities</a:t>
            </a:r>
          </a:p>
          <a:p>
            <a:pPr lvl="1"/>
            <a:r>
              <a:rPr lang="en-US" sz="1400" dirty="0"/>
              <a:t>Dairy market outlook</a:t>
            </a:r>
          </a:p>
          <a:p>
            <a:pPr lvl="1"/>
            <a:r>
              <a:rPr lang="en-US" sz="1400" dirty="0"/>
              <a:t>Trends and opportunities in Dairy space and/or adjacencies</a:t>
            </a:r>
          </a:p>
          <a:p>
            <a:pPr lvl="1"/>
            <a:r>
              <a:rPr lang="en-US" sz="1400" dirty="0"/>
              <a:t>Competitive analysis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259A1C-C424-4022-B4FD-7393E2F424F8}"/>
              </a:ext>
            </a:extLst>
          </p:cNvPr>
          <p:cNvSpPr txBox="1">
            <a:spLocks/>
          </p:cNvSpPr>
          <p:nvPr/>
        </p:nvSpPr>
        <p:spPr>
          <a:xfrm>
            <a:off x="536976" y="2713039"/>
            <a:ext cx="7785958" cy="276999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2000" b="1" dirty="0"/>
              <a:t>Deliverable to include (in no particular order):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A44C2-52BB-4B71-9729-BB30081382C3}"/>
              </a:ext>
            </a:extLst>
          </p:cNvPr>
          <p:cNvSpPr txBox="1">
            <a:spLocks/>
          </p:cNvSpPr>
          <p:nvPr/>
        </p:nvSpPr>
        <p:spPr>
          <a:xfrm>
            <a:off x="6096000" y="3921227"/>
            <a:ext cx="2244694" cy="140038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Value creation plan</a:t>
            </a:r>
            <a:endParaRPr lang="en-US" dirty="0"/>
          </a:p>
          <a:p>
            <a:pPr lvl="1"/>
            <a:r>
              <a:rPr lang="en-US" sz="1400" dirty="0"/>
              <a:t>Full potential revenue and EBITDA</a:t>
            </a:r>
          </a:p>
          <a:p>
            <a:pPr lvl="1"/>
            <a:r>
              <a:rPr lang="en-US" sz="1400" dirty="0"/>
              <a:t>Strategic initiatives for profitability optimization and growth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D6AD0F-C19C-41E2-A01C-8E8E8ED5AB91}"/>
              </a:ext>
            </a:extLst>
          </p:cNvPr>
          <p:cNvSpPr txBox="1">
            <a:spLocks/>
          </p:cNvSpPr>
          <p:nvPr/>
        </p:nvSpPr>
        <p:spPr>
          <a:xfrm>
            <a:off x="554737" y="3921227"/>
            <a:ext cx="2651450" cy="1508105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Assessment of the </a:t>
            </a:r>
            <a:r>
              <a:rPr lang="en-US" b="1" dirty="0" err="1"/>
              <a:t>Dairyworks</a:t>
            </a:r>
            <a:r>
              <a:rPr lang="en-US" b="1" dirty="0"/>
              <a:t>’ current state</a:t>
            </a:r>
          </a:p>
          <a:p>
            <a:pPr lvl="1"/>
            <a:r>
              <a:rPr lang="en-US" sz="1400" dirty="0"/>
              <a:t>Historical financials</a:t>
            </a:r>
          </a:p>
          <a:p>
            <a:pPr lvl="1"/>
            <a:r>
              <a:rPr lang="en-US" sz="1400" dirty="0"/>
              <a:t>Brand/product portfolio</a:t>
            </a:r>
          </a:p>
          <a:p>
            <a:pPr lvl="1"/>
            <a:r>
              <a:rPr lang="en-US" sz="1400" dirty="0"/>
              <a:t>Geographic footprint</a:t>
            </a:r>
          </a:p>
          <a:p>
            <a:pPr lvl="1"/>
            <a:r>
              <a:rPr lang="en-US" sz="1400" dirty="0"/>
              <a:t>Channel coverage</a:t>
            </a:r>
          </a:p>
        </p:txBody>
      </p:sp>
      <p:grpSp>
        <p:nvGrpSpPr>
          <p:cNvPr id="13" name="CustomIcon">
            <a:extLst>
              <a:ext uri="{FF2B5EF4-FFF2-40B4-BE49-F238E27FC236}">
                <a16:creationId xmlns:a16="http://schemas.microsoft.com/office/drawing/2014/main" id="{13B7D546-9CEE-4CFB-BA2C-09793BCE3FF7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554737" y="3160289"/>
            <a:ext cx="633222" cy="633222"/>
            <a:chOff x="-205105" y="-205105"/>
            <a:chExt cx="1019810" cy="101981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6DA34F-8FED-42AB-A94D-B3CDEA471B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24D61412-0049-4C48-B256-4AB0CB8BA0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29" name="CustomIcon">
            <a:extLst>
              <a:ext uri="{FF2B5EF4-FFF2-40B4-BE49-F238E27FC236}">
                <a16:creationId xmlns:a16="http://schemas.microsoft.com/office/drawing/2014/main" id="{85C5E4E7-324F-4F7D-B369-107EC842BCF7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3528746" y="3160289"/>
            <a:ext cx="633222" cy="633222"/>
            <a:chOff x="-205105" y="-205105"/>
            <a:chExt cx="1019810" cy="101981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8D9B2A8-46AD-46DA-9BEF-43E96D592CC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C0537A06-65FB-4F90-B0CD-DA8B7FD712D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grpSp>
        <p:nvGrpSpPr>
          <p:cNvPr id="33" name="CustomIcon">
            <a:extLst>
              <a:ext uri="{FF2B5EF4-FFF2-40B4-BE49-F238E27FC236}">
                <a16:creationId xmlns:a16="http://schemas.microsoft.com/office/drawing/2014/main" id="{55B5037D-DA7D-4417-816F-4A74A543EC97}"/>
              </a:ext>
            </a:extLst>
          </p:cNvPr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6096000" y="3160289"/>
            <a:ext cx="633222" cy="633222"/>
            <a:chOff x="-205105" y="-205105"/>
            <a:chExt cx="1019810" cy="101981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0648DCD-9F33-482D-90F8-14562B85864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-205105" y="-205105"/>
              <a:ext cx="1019810" cy="1019810"/>
            </a:xfrm>
            <a:prstGeom prst="ellipse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lang="en-US" sz="1600" dirty="0" err="1">
                <a:solidFill>
                  <a:schemeClr val="bg1"/>
                </a:solidFill>
              </a:endParaRPr>
            </a:p>
          </p:txBody>
        </p:sp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5A2EB354-E424-459C-9667-E745A2B20FD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0" y="0"/>
              <a:ext cx="609600" cy="609600"/>
            </a:xfrm>
            <a:prstGeom prst="rect">
              <a:avLst/>
            </a:prstGeom>
          </p:spPr>
        </p:pic>
      </p:grpSp>
      <p:sp>
        <p:nvSpPr>
          <p:cNvPr id="37" name="SlideLogoText">
            <a:extLst>
              <a:ext uri="{FF2B5EF4-FFF2-40B4-BE49-F238E27FC236}">
                <a16:creationId xmlns:a16="http://schemas.microsoft.com/office/drawing/2014/main" id="{7BEAA5FB-F6E3-46EF-B38F-A752835B4B38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black">
          <a:xfrm>
            <a:off x="10142505" y="6499381"/>
            <a:ext cx="1134927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sp>
        <p:nvSpPr>
          <p:cNvPr id="38" name="Slide Number">
            <a:extLst>
              <a:ext uri="{FF2B5EF4-FFF2-40B4-BE49-F238E27FC236}">
                <a16:creationId xmlns:a16="http://schemas.microsoft.com/office/drawing/2014/main" id="{6906CD87-C0A3-495E-97BB-CF40B9757523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D502B0F-CB7C-45E1-89BD-02EB7E12F508}"/>
              </a:ext>
            </a:extLst>
          </p:cNvPr>
          <p:cNvPicPr>
            <a:picLocks noChangeAspect="1"/>
          </p:cNvPicPr>
          <p:nvPr/>
        </p:nvPicPr>
        <p:blipFill rotWithShape="1">
          <a:blip r:embed="rId15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552155" y="4236935"/>
            <a:ext cx="923120" cy="5268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47612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CF7E359-4D2B-44FF-823D-31AF2AFBBEA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368709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CF7E359-4D2B-44FF-823D-31AF2AFBB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24CE2AD6-863B-4321-A5B1-0F627B1F4B11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554038" y="2401888"/>
            <a:ext cx="3813175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solidFill>
                  <a:schemeClr val="tx2"/>
                </a:solidFill>
                <a:effectLst/>
                <a:cs typeface="+mn-cs"/>
              </a:rPr>
              <a:t>Dairyworks</a:t>
            </a:r>
            <a:r>
              <a:rPr lang="en-US" altLang="en-US" b="1" dirty="0">
                <a:solidFill>
                  <a:schemeClr val="tx2"/>
                </a:solidFill>
                <a:effectLst/>
                <a:cs typeface="+mn-cs"/>
              </a:rPr>
              <a:t>’ portfolio </a:t>
            </a:r>
            <a:r>
              <a:rPr lang="en-US" altLang="en-US" b="1">
                <a:solidFill>
                  <a:schemeClr val="tx2"/>
                </a:solidFill>
                <a:effectLst/>
                <a:cs typeface="+mn-cs"/>
              </a:rPr>
              <a:t>and footprint</a:t>
            </a:r>
            <a:endParaRPr lang="en-US" b="1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22" name="Text Placeholder 2">
            <a:hlinkClick r:id="rId11" action="ppaction://hlinksldjump"/>
            <a:extLst>
              <a:ext uri="{FF2B5EF4-FFF2-40B4-BE49-F238E27FC236}">
                <a16:creationId xmlns:a16="http://schemas.microsoft.com/office/drawing/2014/main" id="{AEDF2DB6-6226-4CCF-9856-2B06FEDE13EA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554038" y="2808288"/>
            <a:ext cx="3813175" cy="40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2550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effectLst/>
                <a:cs typeface="+mn-cs"/>
              </a:rPr>
              <a:t>Dairyworks</a:t>
            </a:r>
            <a:r>
              <a:rPr lang="en-US" altLang="en-US" dirty="0">
                <a:effectLst/>
                <a:cs typeface="+mn-cs"/>
              </a:rPr>
              <a:t>’ </a:t>
            </a:r>
            <a:r>
              <a:rPr lang="en-US" altLang="en-US">
                <a:effectLst/>
                <a:cs typeface="+mn-cs"/>
              </a:rPr>
              <a:t>financial performance</a:t>
            </a:r>
            <a:endParaRPr lang="en-US" dirty="0">
              <a:cs typeface="+mn-cs"/>
            </a:endParaRPr>
          </a:p>
        </p:txBody>
      </p:sp>
      <p:sp>
        <p:nvSpPr>
          <p:cNvPr id="23" name="Text Placeholder 2">
            <a:hlinkClick r:id="rId12" action="ppaction://hlinksldjump"/>
            <a:extLst>
              <a:ext uri="{FF2B5EF4-FFF2-40B4-BE49-F238E27FC236}">
                <a16:creationId xmlns:a16="http://schemas.microsoft.com/office/drawing/2014/main" id="{47218506-1434-4214-9C95-9C3236BC7BBF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554038" y="3216275"/>
            <a:ext cx="3813175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effectLst/>
                <a:cs typeface="+mn-cs"/>
              </a:rPr>
              <a:t>Market analysis</a:t>
            </a:r>
            <a:endParaRPr lang="en-US" dirty="0">
              <a:cs typeface="+mn-cs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F83C574E-4683-411C-87A3-8547AD86401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/>
          <a:lstStyle/>
          <a:p>
            <a:r>
              <a:rPr lang="en-US" dirty="0"/>
              <a:t>Fact-pack breakdown</a:t>
            </a:r>
          </a:p>
        </p:txBody>
      </p:sp>
      <p:sp>
        <p:nvSpPr>
          <p:cNvPr id="16" name="1. On-page tracker">
            <a:extLst>
              <a:ext uri="{FF2B5EF4-FFF2-40B4-BE49-F238E27FC236}">
                <a16:creationId xmlns:a16="http://schemas.microsoft.com/office/drawing/2014/main" id="{CC69E734-ED41-402B-A132-D2F19F57A04A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60AA79-6598-44B0-89AD-772106FC0743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06" t="5326" r="13342" b="2800"/>
          <a:stretch/>
        </p:blipFill>
        <p:spPr>
          <a:xfrm>
            <a:off x="7419372" y="1874019"/>
            <a:ext cx="4772628" cy="49839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B27B2D5-23AB-4F23-A28E-43432FD201D6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552155" y="4236935"/>
            <a:ext cx="923120" cy="5268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052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CB89162-F1BF-4AC1-ABA3-3E52A0E5116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502181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CB89162-F1BF-4AC1-ABA3-3E52A0E511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199D5D08-F766-4F64-A4B8-F57400BF432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 err="1"/>
              <a:t>Dairyworks</a:t>
            </a:r>
            <a:r>
              <a:rPr lang="en-US" dirty="0"/>
              <a:t> introduction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190D5DD5-E1B9-4910-9794-F7635FA290D0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1CF63E0D-298F-4A85-830F-1A074C26F09E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33EF3B-37AD-4110-986E-E9DB27995AEF}"/>
              </a:ext>
            </a:extLst>
          </p:cNvPr>
          <p:cNvSpPr txBox="1"/>
          <p:nvPr/>
        </p:nvSpPr>
        <p:spPr>
          <a:xfrm>
            <a:off x="554736" y="1436566"/>
            <a:ext cx="11082528" cy="89255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Dairyworks</a:t>
            </a:r>
            <a:r>
              <a:rPr lang="en-US" dirty="0"/>
              <a:t> is a UAE-based dairy company founded in 1990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Dairyworks</a:t>
            </a:r>
            <a:r>
              <a:rPr lang="en-US" dirty="0"/>
              <a:t> has three primary categories: milk, yogurt, and ice cream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Dairyworks</a:t>
            </a:r>
            <a:r>
              <a:rPr lang="en-US" dirty="0"/>
              <a:t> targets the mass consumers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66E4DD-0C57-4354-BDAA-BEFB0899C8B5}"/>
              </a:ext>
            </a:extLst>
          </p:cNvPr>
          <p:cNvSpPr txBox="1"/>
          <p:nvPr/>
        </p:nvSpPr>
        <p:spPr>
          <a:xfrm>
            <a:off x="554736" y="2595285"/>
            <a:ext cx="11082528" cy="121571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b="1" dirty="0"/>
              <a:t>In a 2019 Nielsen survey (n=1000 consumers), an assessment of consumer perception on </a:t>
            </a:r>
            <a:r>
              <a:rPr lang="en-US" b="1" dirty="0" err="1"/>
              <a:t>Dairyworks</a:t>
            </a:r>
            <a:r>
              <a:rPr lang="en-US" b="1" dirty="0"/>
              <a:t> in the UAE: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1 in every 5 consumers recognized the </a:t>
            </a:r>
            <a:r>
              <a:rPr lang="en-US" dirty="0" err="1"/>
              <a:t>Dairyworks</a:t>
            </a:r>
            <a:r>
              <a:rPr lang="en-US" dirty="0"/>
              <a:t> 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~60% of consumers that know </a:t>
            </a:r>
            <a:r>
              <a:rPr lang="en-US" dirty="0" err="1"/>
              <a:t>Dairyworks</a:t>
            </a:r>
            <a:r>
              <a:rPr lang="en-US" dirty="0"/>
              <a:t> said that they don’t understand </a:t>
            </a:r>
            <a:r>
              <a:rPr lang="en-US" dirty="0" err="1"/>
              <a:t>Dairyworks</a:t>
            </a:r>
            <a:r>
              <a:rPr lang="en-US" dirty="0"/>
              <a:t>’ 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1 in every 10 consumers said that they seek out the </a:t>
            </a:r>
            <a:r>
              <a:rPr lang="en-US" dirty="0" err="1"/>
              <a:t>Dairyworks</a:t>
            </a:r>
            <a:r>
              <a:rPr lang="en-US" dirty="0"/>
              <a:t> products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802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E4DB478-CFF1-43FD-B6C1-431D7F41BF6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658486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0" imgW="395" imgH="396" progId="TCLayout.ActiveDocument.1">
                  <p:embed/>
                </p:oleObj>
              </mc:Choice>
              <mc:Fallback>
                <p:oleObj name="think-cell Slide" r:id="rId10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E4DB478-CFF1-43FD-B6C1-431D7F41BF6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B64B78A5-6463-4D7F-963D-D774535C18CE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 err="1"/>
              <a:t>Dairyworks</a:t>
            </a:r>
            <a:r>
              <a:rPr lang="en-US" dirty="0"/>
              <a:t>’ product portfolio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3584B5E-A652-4362-88AE-7292DACE9C8A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A7F9F8E0-9323-44D2-ACB9-23992B0E9263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7890" name="Picture 2" descr="Half Gallon of Generic Milk with Yellow Cap – Prepared Food Photos | The  Stock Photography Site For The Food Industry">
            <a:extLst>
              <a:ext uri="{FF2B5EF4-FFF2-40B4-BE49-F238E27FC236}">
                <a16:creationId xmlns:a16="http://schemas.microsoft.com/office/drawing/2014/main" id="{8F126E46-9708-4D0D-AEFA-D44DCBB935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996" y="2242273"/>
            <a:ext cx="555319" cy="1275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388F888-754C-4313-BB19-66569DAD40AE}"/>
              </a:ext>
            </a:extLst>
          </p:cNvPr>
          <p:cNvGrpSpPr/>
          <p:nvPr/>
        </p:nvGrpSpPr>
        <p:grpSpPr>
          <a:xfrm>
            <a:off x="554736" y="1389160"/>
            <a:ext cx="3529584" cy="286463"/>
            <a:chOff x="554736" y="1389160"/>
            <a:chExt cx="4064000" cy="28646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6C83868-BCAA-4600-B6A0-ABAC012614A1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1389160"/>
              <a:ext cx="4064000" cy="24622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>
                  <a:solidFill>
                    <a:schemeClr val="accent3"/>
                  </a:solidFill>
                </a:rPr>
                <a:t>Milk products</a:t>
              </a:r>
            </a:p>
          </p:txBody>
        </p:sp>
        <p:cxnSp>
          <p:nvCxnSpPr>
            <p:cNvPr id="10" name="LineBasicStrong 10">
              <a:extLst>
                <a:ext uri="{FF2B5EF4-FFF2-40B4-BE49-F238E27FC236}">
                  <a16:creationId xmlns:a16="http://schemas.microsoft.com/office/drawing/2014/main" id="{1EDB01F0-9ABA-4606-A7C6-0D8BC139F784}"/>
                </a:ext>
              </a:extLst>
            </p:cNvPr>
            <p:cNvCxnSpPr>
              <a:cxnSpLocks/>
            </p:cNvCxnSpPr>
            <p:nvPr>
              <p:custDataLst>
                <p:tags r:id="rId8"/>
              </p:custDataLst>
            </p:nvPr>
          </p:nvCxnSpPr>
          <p:spPr>
            <a:xfrm>
              <a:off x="554736" y="1675623"/>
              <a:ext cx="4064000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C9F4972-CE9C-43B9-B6BF-F6C2A0EB85F1}"/>
              </a:ext>
            </a:extLst>
          </p:cNvPr>
          <p:cNvGrpSpPr/>
          <p:nvPr/>
        </p:nvGrpSpPr>
        <p:grpSpPr>
          <a:xfrm>
            <a:off x="4332732" y="1389160"/>
            <a:ext cx="3529584" cy="286463"/>
            <a:chOff x="554736" y="1389160"/>
            <a:chExt cx="4064000" cy="286463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345AE29-B990-4425-8091-2AB154544274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1389160"/>
              <a:ext cx="4064000" cy="24622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>
                  <a:solidFill>
                    <a:schemeClr val="accent3"/>
                  </a:solidFill>
                </a:rPr>
                <a:t>Yogurt products</a:t>
              </a:r>
            </a:p>
          </p:txBody>
        </p:sp>
        <p:cxnSp>
          <p:nvCxnSpPr>
            <p:cNvPr id="16" name="LineBasicStrong 10">
              <a:extLst>
                <a:ext uri="{FF2B5EF4-FFF2-40B4-BE49-F238E27FC236}">
                  <a16:creationId xmlns:a16="http://schemas.microsoft.com/office/drawing/2014/main" id="{80D3A92D-08D2-4101-A4CA-518F0AA75268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>
            <a:xfrm>
              <a:off x="554736" y="1675623"/>
              <a:ext cx="4064000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BA06F40-3931-4176-AD82-25B76037E18F}"/>
              </a:ext>
            </a:extLst>
          </p:cNvPr>
          <p:cNvGrpSpPr/>
          <p:nvPr/>
        </p:nvGrpSpPr>
        <p:grpSpPr>
          <a:xfrm>
            <a:off x="8110728" y="1389160"/>
            <a:ext cx="3529584" cy="286463"/>
            <a:chOff x="554736" y="1389160"/>
            <a:chExt cx="4064000" cy="286463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C7B49FB-95F5-4DD6-9192-B725BE1BA97D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1389160"/>
              <a:ext cx="4064000" cy="24622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>
                  <a:solidFill>
                    <a:schemeClr val="accent3"/>
                  </a:solidFill>
                </a:rPr>
                <a:t>Ice cream products</a:t>
              </a:r>
            </a:p>
          </p:txBody>
        </p:sp>
        <p:cxnSp>
          <p:nvCxnSpPr>
            <p:cNvPr id="19" name="LineBasicStrong 10">
              <a:extLst>
                <a:ext uri="{FF2B5EF4-FFF2-40B4-BE49-F238E27FC236}">
                  <a16:creationId xmlns:a16="http://schemas.microsoft.com/office/drawing/2014/main" id="{653FC3E7-DB46-4F38-B78F-66B98F8B9915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>
            <a:xfrm>
              <a:off x="554736" y="1675623"/>
              <a:ext cx="4064000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6AE0100F-11DC-46BB-B9F0-3D7752B42C0F}"/>
              </a:ext>
            </a:extLst>
          </p:cNvPr>
          <p:cNvSpPr txBox="1"/>
          <p:nvPr/>
        </p:nvSpPr>
        <p:spPr>
          <a:xfrm>
            <a:off x="1726311" y="2595446"/>
            <a:ext cx="2358009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Standard milk, 1 L</a:t>
            </a:r>
          </a:p>
          <a:p>
            <a:r>
              <a:rPr lang="en-US" dirty="0"/>
              <a:t>4.5 AED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8B685E9-5AF1-4CDC-8AD3-B8F996A5C377}"/>
              </a:ext>
            </a:extLst>
          </p:cNvPr>
          <p:cNvSpPr txBox="1"/>
          <p:nvPr/>
        </p:nvSpPr>
        <p:spPr>
          <a:xfrm>
            <a:off x="1726311" y="4627400"/>
            <a:ext cx="2358009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Organic milk, 1L</a:t>
            </a:r>
          </a:p>
          <a:p>
            <a:r>
              <a:rPr lang="en-US" dirty="0"/>
              <a:t>9 AED</a:t>
            </a:r>
          </a:p>
        </p:txBody>
      </p:sp>
      <p:pic>
        <p:nvPicPr>
          <p:cNvPr id="37894" name="Picture 6" descr="Plain Unsweetened Greek Yogurt at Whole Foods Market">
            <a:extLst>
              <a:ext uri="{FF2B5EF4-FFF2-40B4-BE49-F238E27FC236}">
                <a16:creationId xmlns:a16="http://schemas.microsoft.com/office/drawing/2014/main" id="{D3C70D7A-FE75-4E95-8ADC-5EEC710437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49" t="6254" r="8613" b="4819"/>
          <a:stretch/>
        </p:blipFill>
        <p:spPr bwMode="auto">
          <a:xfrm>
            <a:off x="4383317" y="2345228"/>
            <a:ext cx="1006166" cy="10698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3D81637-1A4D-4DA0-B4C6-FEA3B5C15DDF}"/>
              </a:ext>
            </a:extLst>
          </p:cNvPr>
          <p:cNvSpPr txBox="1"/>
          <p:nvPr/>
        </p:nvSpPr>
        <p:spPr>
          <a:xfrm>
            <a:off x="5504307" y="2595446"/>
            <a:ext cx="2358009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Standard yogurt, 500g</a:t>
            </a:r>
          </a:p>
          <a:p>
            <a:r>
              <a:rPr lang="en-US" dirty="0"/>
              <a:t>3.5 AED</a:t>
            </a:r>
          </a:p>
        </p:txBody>
      </p:sp>
      <p:pic>
        <p:nvPicPr>
          <p:cNvPr id="37896" name="Picture 8" descr="34,381 Yogurt Cup Stock Photos, Pictures &amp; Royalty-Free Images - iStock">
            <a:extLst>
              <a:ext uri="{FF2B5EF4-FFF2-40B4-BE49-F238E27FC236}">
                <a16:creationId xmlns:a16="http://schemas.microsoft.com/office/drawing/2014/main" id="{D6025EC6-A196-49BE-B392-6F030F0BA71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54" t="8631" r="13988" b="12764"/>
          <a:stretch/>
        </p:blipFill>
        <p:spPr bwMode="auto">
          <a:xfrm>
            <a:off x="4306789" y="4104130"/>
            <a:ext cx="1154757" cy="1615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DDE347A-4F73-4E1A-AAFB-B6A39F1F69BD}"/>
              </a:ext>
            </a:extLst>
          </p:cNvPr>
          <p:cNvSpPr txBox="1"/>
          <p:nvPr/>
        </p:nvSpPr>
        <p:spPr>
          <a:xfrm>
            <a:off x="5504307" y="4627400"/>
            <a:ext cx="2358009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Flavored yogurt, 120g</a:t>
            </a:r>
          </a:p>
          <a:p>
            <a:r>
              <a:rPr lang="en-US" dirty="0"/>
              <a:t>1.5 AED</a:t>
            </a:r>
          </a:p>
        </p:txBody>
      </p:sp>
      <p:pic>
        <p:nvPicPr>
          <p:cNvPr id="37900" name="Picture 12" descr="Ice Cream Pint Generic Pack 3D Model $19 - .max .obj .ma .fbx .c4d .3ds -  Free3D">
            <a:extLst>
              <a:ext uri="{FF2B5EF4-FFF2-40B4-BE49-F238E27FC236}">
                <a16:creationId xmlns:a16="http://schemas.microsoft.com/office/drawing/2014/main" id="{3EB3BCFF-BB80-43A0-82F5-DE972C5D8A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59" t="6906" r="13105" b="6827"/>
          <a:stretch/>
        </p:blipFill>
        <p:spPr bwMode="auto">
          <a:xfrm>
            <a:off x="8128202" y="2270824"/>
            <a:ext cx="1041624" cy="121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34CE88D-85A1-4243-A3EF-338F5DC91D70}"/>
              </a:ext>
            </a:extLst>
          </p:cNvPr>
          <p:cNvSpPr txBox="1"/>
          <p:nvPr/>
        </p:nvSpPr>
        <p:spPr>
          <a:xfrm>
            <a:off x="9265634" y="2595446"/>
            <a:ext cx="2358009" cy="5693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Ice cream tub, 1L</a:t>
            </a:r>
          </a:p>
          <a:p>
            <a:r>
              <a:rPr lang="en-US" dirty="0"/>
              <a:t>10 AED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3BBABE9-59D1-49A6-815D-4B1288641EA5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960197" y="2943902"/>
            <a:ext cx="363778" cy="207610"/>
          </a:xfrm>
          <a:prstGeom prst="rect">
            <a:avLst/>
          </a:prstGeom>
        </p:spPr>
      </p:pic>
      <p:pic>
        <p:nvPicPr>
          <p:cNvPr id="37907" name="Picture 19" descr="Simple Truth Organic® 1% Low-fat Milk, 1 gal - Harris Teeter">
            <a:extLst>
              <a:ext uri="{FF2B5EF4-FFF2-40B4-BE49-F238E27FC236}">
                <a16:creationId xmlns:a16="http://schemas.microsoft.com/office/drawing/2014/main" id="{C9E4A6B2-B75E-4A39-BA72-15ADBAD4C5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66" r="15965"/>
          <a:stretch/>
        </p:blipFill>
        <p:spPr bwMode="auto">
          <a:xfrm>
            <a:off x="770351" y="4272924"/>
            <a:ext cx="858641" cy="127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2930099-1C6C-4BAD-A65E-66DE8F7F983F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158024" y="4808288"/>
            <a:ext cx="363778" cy="207610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122E88CA-412C-44AD-A7A8-E6B7E647FDF5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2645" t="5714" r="28337" b="29327"/>
          <a:stretch/>
        </p:blipFill>
        <p:spPr>
          <a:xfrm>
            <a:off x="5164602" y="2746841"/>
            <a:ext cx="147638" cy="143035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747CB74-6F82-41BC-8136-A0C6BE3D0081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  <a:biLevel thresh="25000"/>
          </a:blip>
          <a:srcRect l="3859" t="5714"/>
          <a:stretch/>
        </p:blipFill>
        <p:spPr>
          <a:xfrm>
            <a:off x="4673703" y="5371283"/>
            <a:ext cx="363778" cy="20761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5C4BDE53-9757-48A7-B0C4-C5A9C7FC051E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8345484" y="2708624"/>
            <a:ext cx="646115" cy="3687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29249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9C5A0D6-99AF-4AE8-8906-6E9C93FFB97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280883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9C5A0D6-99AF-4AE8-8906-6E9C93FFB9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BFA7DD1E-A76C-4A2D-B5C9-C0FCC7B9D19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 err="1"/>
              <a:t>Dairyworks</a:t>
            </a:r>
            <a:r>
              <a:rPr lang="en-US" dirty="0"/>
              <a:t>’ footprint &amp; channels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6F533DE2-0C1E-4A54-B1A8-8DC4978A61A2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6DE030-247C-42C6-B3EA-A40745E8A3B8}"/>
              </a:ext>
            </a:extLst>
          </p:cNvPr>
          <p:cNvSpPr txBox="1">
            <a:spLocks/>
          </p:cNvSpPr>
          <p:nvPr/>
        </p:nvSpPr>
        <p:spPr>
          <a:xfrm>
            <a:off x="554735" y="1985205"/>
            <a:ext cx="5312661" cy="6041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Manufacturing facilities: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 in the UAE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ACCC69C-45CE-4E01-B876-8BA35464524E}"/>
              </a:ext>
            </a:extLst>
          </p:cNvPr>
          <p:cNvGrpSpPr>
            <a:grpSpLocks/>
          </p:cNvGrpSpPr>
          <p:nvPr/>
        </p:nvGrpSpPr>
        <p:grpSpPr>
          <a:xfrm>
            <a:off x="554735" y="1492763"/>
            <a:ext cx="5312661" cy="246221"/>
            <a:chOff x="554736" y="1492763"/>
            <a:chExt cx="3799550" cy="246221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03F400B-D24E-4BA5-8826-D021F9449FAC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1492763"/>
              <a:ext cx="3799550" cy="24622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 err="1"/>
                <a:t>Dairyworks</a:t>
              </a:r>
              <a:r>
                <a:rPr lang="en-US" b="1" dirty="0"/>
                <a:t>’ geographical footprint</a:t>
              </a:r>
            </a:p>
          </p:txBody>
        </p:sp>
        <p:cxnSp>
          <p:nvCxnSpPr>
            <p:cNvPr id="72" name="LineBasicStrong 72">
              <a:extLst>
                <a:ext uri="{FF2B5EF4-FFF2-40B4-BE49-F238E27FC236}">
                  <a16:creationId xmlns:a16="http://schemas.microsoft.com/office/drawing/2014/main" id="{D8DE024E-E91A-46D2-94A9-C19C53F8D3AC}"/>
                </a:ext>
              </a:extLst>
            </p:cNvPr>
            <p:cNvCxnSpPr>
              <a:cxnSpLocks/>
            </p:cNvCxnSpPr>
            <p:nvPr>
              <p:custDataLst>
                <p:tags r:id="rId7"/>
              </p:custDataLst>
            </p:nvPr>
          </p:nvCxnSpPr>
          <p:spPr>
            <a:xfrm>
              <a:off x="554736" y="1738984"/>
              <a:ext cx="3799550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DE6AE101-5D5E-4392-9C15-C985B83D6D5B}"/>
              </a:ext>
            </a:extLst>
          </p:cNvPr>
          <p:cNvSpPr txBox="1">
            <a:spLocks/>
          </p:cNvSpPr>
          <p:nvPr/>
        </p:nvSpPr>
        <p:spPr>
          <a:xfrm>
            <a:off x="554735" y="4109358"/>
            <a:ext cx="5312661" cy="158387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Distribution network in: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UAE (in-house)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KSA (out-sourced)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Qatar (out-sourced)</a:t>
            </a:r>
          </a:p>
        </p:txBody>
      </p:sp>
      <p:cxnSp>
        <p:nvCxnSpPr>
          <p:cNvPr id="78" name="LineContentSeparatorDefaultVertical 78">
            <a:extLst>
              <a:ext uri="{FF2B5EF4-FFF2-40B4-BE49-F238E27FC236}">
                <a16:creationId xmlns:a16="http://schemas.microsoft.com/office/drawing/2014/main" id="{CF60D6C9-ED55-462D-93C8-B779749E3ABC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>
          <a:xfrm>
            <a:off x="6096000" y="1492763"/>
            <a:ext cx="0" cy="4200466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712B80E5-7424-4FFD-9706-B1DF2F56F43C}"/>
              </a:ext>
            </a:extLst>
          </p:cNvPr>
          <p:cNvSpPr txBox="1">
            <a:spLocks/>
          </p:cNvSpPr>
          <p:nvPr/>
        </p:nvSpPr>
        <p:spPr>
          <a:xfrm>
            <a:off x="6327651" y="1985205"/>
            <a:ext cx="5312661" cy="60415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Offline: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Modern retail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Traditional retail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9509092D-C25C-49B9-BFA0-13C2A6B8F840}"/>
              </a:ext>
            </a:extLst>
          </p:cNvPr>
          <p:cNvGrpSpPr>
            <a:grpSpLocks/>
          </p:cNvGrpSpPr>
          <p:nvPr/>
        </p:nvGrpSpPr>
        <p:grpSpPr>
          <a:xfrm>
            <a:off x="6327651" y="1492763"/>
            <a:ext cx="5312661" cy="246221"/>
            <a:chOff x="554736" y="1492763"/>
            <a:chExt cx="3799550" cy="246221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1235A3A-6FE2-4109-BAC1-6C9F9281B85E}"/>
                </a:ext>
              </a:extLst>
            </p:cNvPr>
            <p:cNvSpPr txBox="1">
              <a:spLocks/>
            </p:cNvSpPr>
            <p:nvPr/>
          </p:nvSpPr>
          <p:spPr>
            <a:xfrm>
              <a:off x="554736" y="1492763"/>
              <a:ext cx="3799550" cy="246221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6pPr>
              <a:lvl7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7pPr>
              <a:lvl8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8pPr>
              <a:lvl9pPr marL="1085850" indent="-17145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b="1" dirty="0" err="1"/>
                <a:t>Dairyworks</a:t>
              </a:r>
              <a:r>
                <a:rPr lang="en-US" b="1" dirty="0"/>
                <a:t>’ channel footprint</a:t>
              </a:r>
            </a:p>
          </p:txBody>
        </p:sp>
        <p:cxnSp>
          <p:nvCxnSpPr>
            <p:cNvPr id="86" name="LineBasicStrong 72">
              <a:extLst>
                <a:ext uri="{FF2B5EF4-FFF2-40B4-BE49-F238E27FC236}">
                  <a16:creationId xmlns:a16="http://schemas.microsoft.com/office/drawing/2014/main" id="{6D21D505-C858-460E-952A-E22B55DAB799}"/>
                </a:ext>
              </a:extLst>
            </p:cNvPr>
            <p:cNvCxnSpPr>
              <a:cxnSpLocks/>
            </p:cNvCxnSpPr>
            <p:nvPr>
              <p:custDataLst>
                <p:tags r:id="rId6"/>
              </p:custDataLst>
            </p:nvPr>
          </p:nvCxnSpPr>
          <p:spPr>
            <a:xfrm>
              <a:off x="554736" y="1738984"/>
              <a:ext cx="3799550" cy="0"/>
            </a:xfrm>
            <a:prstGeom prst="straightConnector1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B2C36DA4-E5E8-4E1B-8D2C-A6D06048FEEF}"/>
              </a:ext>
            </a:extLst>
          </p:cNvPr>
          <p:cNvSpPr txBox="1">
            <a:spLocks/>
          </p:cNvSpPr>
          <p:nvPr/>
        </p:nvSpPr>
        <p:spPr>
          <a:xfrm>
            <a:off x="6327651" y="3255048"/>
            <a:ext cx="5312661" cy="935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b="1" dirty="0"/>
              <a:t>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Full basket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Replenishment quick commerce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B20A5F63-6EEB-4DD3-BCDC-6338BF9FFF27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059037" y="377332"/>
            <a:ext cx="1575751" cy="8992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80D67B-12FC-480B-9C0C-AECDF7B87EDA}"/>
              </a:ext>
            </a:extLst>
          </p:cNvPr>
          <p:cNvSpPr txBox="1"/>
          <p:nvPr/>
        </p:nvSpPr>
        <p:spPr>
          <a:xfrm>
            <a:off x="10655999" y="2281561"/>
            <a:ext cx="97878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b="1" dirty="0"/>
              <a:t>20%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A3D385B-D3C0-49D8-B5B4-BC4E1B73160D}"/>
              </a:ext>
            </a:extLst>
          </p:cNvPr>
          <p:cNvSpPr txBox="1"/>
          <p:nvPr/>
        </p:nvSpPr>
        <p:spPr>
          <a:xfrm>
            <a:off x="10655999" y="2639495"/>
            <a:ext cx="97878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b="1" dirty="0"/>
              <a:t>65%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2930C8-9C97-4F11-B405-2D7B5F96387D}"/>
              </a:ext>
            </a:extLst>
          </p:cNvPr>
          <p:cNvSpPr txBox="1"/>
          <p:nvPr/>
        </p:nvSpPr>
        <p:spPr>
          <a:xfrm>
            <a:off x="10655999" y="3599913"/>
            <a:ext cx="97878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b="1" dirty="0"/>
              <a:t>10%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C82510-E8E8-4AEC-B7C4-0F62A3973D34}"/>
              </a:ext>
            </a:extLst>
          </p:cNvPr>
          <p:cNvSpPr txBox="1"/>
          <p:nvPr/>
        </p:nvSpPr>
        <p:spPr>
          <a:xfrm>
            <a:off x="10655999" y="3895456"/>
            <a:ext cx="978789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ctr"/>
            <a:r>
              <a:rPr lang="en-US" b="1" dirty="0"/>
              <a:t>5%</a:t>
            </a:r>
          </a:p>
        </p:txBody>
      </p:sp>
      <p:sp>
        <p:nvSpPr>
          <p:cNvPr id="5" name="Speech Bubble: Rectangle 4">
            <a:extLst>
              <a:ext uri="{FF2B5EF4-FFF2-40B4-BE49-F238E27FC236}">
                <a16:creationId xmlns:a16="http://schemas.microsoft.com/office/drawing/2014/main" id="{CC8FB264-359C-1F57-26A3-930A2E475838}"/>
              </a:ext>
            </a:extLst>
          </p:cNvPr>
          <p:cNvSpPr/>
          <p:nvPr/>
        </p:nvSpPr>
        <p:spPr>
          <a:xfrm>
            <a:off x="3211065" y="4713852"/>
            <a:ext cx="2343141" cy="979377"/>
          </a:xfrm>
          <a:prstGeom prst="wedgeRectCallout">
            <a:avLst>
              <a:gd name="adj1" fmla="val -57825"/>
              <a:gd name="adj2" fmla="val -82411"/>
            </a:avLst>
          </a:prstGeom>
          <a:noFill/>
          <a:ln w="28575" cap="sq">
            <a:solidFill>
              <a:schemeClr val="accent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400" dirty="0">
                <a:solidFill>
                  <a:schemeClr val="tx1"/>
                </a:solidFill>
              </a:rPr>
              <a:t>Issues in the distribution network span across all three countries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D5666-FA89-415A-0430-C6B2E6F9CD98}"/>
              </a:ext>
            </a:extLst>
          </p:cNvPr>
          <p:cNvSpPr txBox="1">
            <a:spLocks/>
          </p:cNvSpPr>
          <p:nvPr/>
        </p:nvSpPr>
        <p:spPr>
          <a:xfrm>
            <a:off x="554735" y="2557423"/>
            <a:ext cx="5312661" cy="104249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/>
              <a:t>COGS is driven by manufacturing efficiency and procurement, where </a:t>
            </a:r>
            <a:r>
              <a:rPr lang="en-US" dirty="0" err="1"/>
              <a:t>Dairyworks</a:t>
            </a:r>
            <a:r>
              <a:rPr lang="en-US" dirty="0"/>
              <a:t> does not leverage economies of scale and has outdated manufacturing facilities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11985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8A6ED92-B7E8-C301-EE17-74B9AC9577DC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6065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95" imgH="396" progId="TCLayout.ActiveDocument.1">
                  <p:embed/>
                </p:oleObj>
              </mc:Choice>
              <mc:Fallback>
                <p:oleObj name="think-cell Slide" r:id="rId7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8A6ED92-B7E8-C301-EE17-74B9AC9577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176EF57F-4192-585F-64C8-76C82B91E39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 err="1"/>
              <a:t>Dairyworks</a:t>
            </a:r>
            <a:r>
              <a:rPr lang="en-US" dirty="0"/>
              <a:t>’ market share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0E3CF4B-0A56-6A07-471B-FCD9F479FC8F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. Subtitle">
            <a:extLst>
              <a:ext uri="{FF2B5EF4-FFF2-40B4-BE49-F238E27FC236}">
                <a16:creationId xmlns:a16="http://schemas.microsoft.com/office/drawing/2014/main" id="{A85BD40A-939F-6BAC-FF18-F920BFC174A3}"/>
              </a:ext>
            </a:extLst>
          </p:cNvPr>
          <p:cNvSpPr>
            <a:spLocks noGrp="1"/>
          </p:cNvSpPr>
          <p:nvPr>
            <p:ph type="subTitle" idx="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D6780C-1A81-2E9D-08A4-B1AB8368FA0E}"/>
              </a:ext>
            </a:extLst>
          </p:cNvPr>
          <p:cNvSpPr txBox="1"/>
          <p:nvPr/>
        </p:nvSpPr>
        <p:spPr>
          <a:xfrm>
            <a:off x="554736" y="1492763"/>
            <a:ext cx="11082528" cy="16696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In UAE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: Almarai Dairy 26%, 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Dairyworks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 15%, Al Rawabi Dairy 7%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endParaRPr lang="en-US" sz="1800" dirty="0">
              <a:effectLst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In Saudi: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Almarai Dairy 40%, NADEC 10%, Danone 7%, …, 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Dairyworks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 2%</a:t>
            </a: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endParaRPr lang="en-US" sz="1800" dirty="0">
              <a:effectLst/>
              <a:ea typeface="Calibri" panose="020F0502020204030204" pitchFamily="34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0"/>
              </a:spcAft>
              <a:buFont typeface="Calibri" panose="020F0502020204030204" pitchFamily="34" charset="0"/>
              <a:buChar char="-"/>
            </a:pPr>
            <a:r>
              <a:rPr lang="en-US" sz="1800" b="1" dirty="0">
                <a:effectLst/>
                <a:ea typeface="Times New Roman" panose="02020603050405020304" pitchFamily="18" charset="0"/>
              </a:rPr>
              <a:t>In Qatar: 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Balanda 25%, Ghadeer dairy 12%, </a:t>
            </a:r>
            <a:r>
              <a:rPr lang="en-US" sz="1800" dirty="0" err="1">
                <a:effectLst/>
                <a:ea typeface="Times New Roman" panose="02020603050405020304" pitchFamily="18" charset="0"/>
              </a:rPr>
              <a:t>Dairyworks</a:t>
            </a:r>
            <a:r>
              <a:rPr lang="en-US" sz="1800" dirty="0">
                <a:effectLst/>
                <a:ea typeface="Times New Roman" panose="02020603050405020304" pitchFamily="18" charset="0"/>
              </a:rPr>
              <a:t> 7%</a:t>
            </a:r>
            <a:endParaRPr lang="en-US" sz="1800" dirty="0">
              <a:effectLst/>
              <a:ea typeface="Calibri" panose="020F0502020204030204" pitchFamily="34" charset="0"/>
            </a:endParaRPr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04546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CF7E359-4D2B-44FF-823D-31AF2AFBBEA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7053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95" imgH="396" progId="TCLayout.ActiveDocument.1">
                  <p:embed/>
                </p:oleObj>
              </mc:Choice>
              <mc:Fallback>
                <p:oleObj name="think-cell Slide" r:id="rId9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CF7E359-4D2B-44FF-823D-31AF2AFBB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Text Placeholder 2">
            <a:hlinkClick r:id="rId11" action="ppaction://hlinksldjump"/>
            <a:extLst>
              <a:ext uri="{FF2B5EF4-FFF2-40B4-BE49-F238E27FC236}">
                <a16:creationId xmlns:a16="http://schemas.microsoft.com/office/drawing/2014/main" id="{F21AD861-084E-425D-81CA-FDF72A83BCE6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554038" y="2401888"/>
            <a:ext cx="3813175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effectLst/>
                <a:cs typeface="+mn-cs"/>
              </a:rPr>
              <a:t>Dairyworks</a:t>
            </a:r>
            <a:r>
              <a:rPr lang="en-US" altLang="en-US" dirty="0">
                <a:effectLst/>
                <a:cs typeface="+mn-cs"/>
              </a:rPr>
              <a:t>’ portfolio and footprint</a:t>
            </a:r>
            <a:endParaRPr lang="en-US" dirty="0">
              <a:cs typeface="+mn-cs"/>
            </a:endParaRP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AEDF2DB6-6226-4CCF-9856-2B06FEDE13EA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554038" y="2808288"/>
            <a:ext cx="3813175" cy="4079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80963" tIns="82550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solidFill>
                  <a:schemeClr val="tx2"/>
                </a:solidFill>
                <a:effectLst/>
                <a:cs typeface="+mn-cs"/>
              </a:rPr>
              <a:t>Dairyworks</a:t>
            </a:r>
            <a:r>
              <a:rPr lang="en-US" altLang="en-US" b="1" dirty="0">
                <a:solidFill>
                  <a:schemeClr val="tx2"/>
                </a:solidFill>
                <a:effectLst/>
                <a:cs typeface="+mn-cs"/>
              </a:rPr>
              <a:t>’</a:t>
            </a:r>
            <a:r>
              <a:rPr lang="en-US" altLang="en-US" b="1" dirty="0">
                <a:solidFill>
                  <a:schemeClr val="tx2"/>
                </a:solidFill>
                <a:cs typeface="+mn-cs"/>
              </a:rPr>
              <a:t> sales and </a:t>
            </a:r>
            <a:r>
              <a:rPr lang="en-US" altLang="en-US" b="1" dirty="0">
                <a:solidFill>
                  <a:schemeClr val="tx2"/>
                </a:solidFill>
                <a:effectLst/>
                <a:cs typeface="+mn-cs"/>
              </a:rPr>
              <a:t>financial performance</a:t>
            </a:r>
            <a:endParaRPr lang="en-US" b="1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1" name="Text Placeholder 2">
            <a:hlinkClick r:id="rId12" action="ppaction://hlinksldjump"/>
            <a:extLst>
              <a:ext uri="{FF2B5EF4-FFF2-40B4-BE49-F238E27FC236}">
                <a16:creationId xmlns:a16="http://schemas.microsoft.com/office/drawing/2014/main" id="{7D056CCB-A8DE-4261-B023-3A316EA27CD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554038" y="3216275"/>
            <a:ext cx="3813175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effectLst/>
                <a:cs typeface="+mn-cs"/>
              </a:rPr>
              <a:t>Market analysis</a:t>
            </a:r>
            <a:endParaRPr lang="en-US" dirty="0">
              <a:cs typeface="+mn-cs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F83C574E-4683-411C-87A3-8547AD86401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/>
          <a:lstStyle/>
          <a:p>
            <a:r>
              <a:rPr lang="en-US" dirty="0"/>
              <a:t>Fact-pack breakdown</a:t>
            </a:r>
          </a:p>
        </p:txBody>
      </p:sp>
      <p:sp>
        <p:nvSpPr>
          <p:cNvPr id="16" name="1. On-page tracker">
            <a:extLst>
              <a:ext uri="{FF2B5EF4-FFF2-40B4-BE49-F238E27FC236}">
                <a16:creationId xmlns:a16="http://schemas.microsoft.com/office/drawing/2014/main" id="{CC69E734-ED41-402B-A132-D2F19F57A04A}"/>
              </a:ext>
            </a:extLst>
          </p:cNvPr>
          <p:cNvSpPr>
            <a:spLocks noGrp="1"/>
          </p:cNvSpPr>
          <p:nvPr>
            <p:ph type="body" sz="quarter" idx="17"/>
            <p:custDataLst>
              <p:tags r:id="rId7"/>
            </p:custDataLst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60AA79-6598-44B0-89AD-772106FC0743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06" t="5326" r="13342" b="2800"/>
          <a:stretch/>
        </p:blipFill>
        <p:spPr>
          <a:xfrm>
            <a:off x="7419372" y="1874019"/>
            <a:ext cx="4772628" cy="49839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6CBC2A-F6F3-4DF1-A6C8-2F731818D18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552155" y="4236935"/>
            <a:ext cx="923120" cy="5268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0414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DDBBF-CC38-752F-4BF5-A67A83787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  <a:ea typeface="+mj-lt"/>
                <a:cs typeface="+mj-lt"/>
              </a:rPr>
              <a:t>Attached – </a:t>
            </a:r>
            <a:r>
              <a:rPr lang="en-US" dirty="0" err="1">
                <a:ea typeface="+mj-lt"/>
                <a:cs typeface="+mj-lt"/>
              </a:rPr>
              <a:t>Dairyworks</a:t>
            </a:r>
            <a:r>
              <a:rPr lang="en-US" dirty="0">
                <a:ea typeface="+mj-lt"/>
                <a:cs typeface="+mj-lt"/>
              </a:rPr>
              <a:t>’ SKU sales and gross profit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11B2A-7BA8-3EB4-979B-B9BEEEC1610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46915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Object 33" hidden="1">
            <a:extLst>
              <a:ext uri="{FF2B5EF4-FFF2-40B4-BE49-F238E27FC236}">
                <a16:creationId xmlns:a16="http://schemas.microsoft.com/office/drawing/2014/main" id="{2A1873BC-37D6-427A-9B6D-EA5421B9962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9208377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34" name="Object 33" hidden="1">
                        <a:extLst>
                          <a:ext uri="{FF2B5EF4-FFF2-40B4-BE49-F238E27FC236}">
                            <a16:creationId xmlns:a16="http://schemas.microsoft.com/office/drawing/2014/main" id="{2A1873BC-37D6-427A-9B6D-EA5421B996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EF40AD1F-EBDD-4A97-B9CB-3F44F834A017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accent3"/>
                </a:solidFill>
              </a:rPr>
              <a:t>Attached – </a:t>
            </a:r>
            <a:r>
              <a:rPr lang="en-US" dirty="0" err="1"/>
              <a:t>Dairyworks</a:t>
            </a:r>
            <a:r>
              <a:rPr lang="en-US" dirty="0"/>
              <a:t>’ financials: P&amp;L financials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FD622E6F-4FE7-4F1C-B796-4D43BCA96F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DC4796ED-5E81-45B0-A81A-B91FE40B614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059037" y="377332"/>
            <a:ext cx="1575751" cy="8992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019088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0CF7E359-4D2B-44FF-823D-31AF2AFBBEA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90710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6" progId="TCLayout.ActiveDocument.1">
                  <p:embed/>
                </p:oleObj>
              </mc:Choice>
              <mc:Fallback>
                <p:oleObj name="think-cell Slide" r:id="rId8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0CF7E359-4D2B-44FF-823D-31AF2AFBBE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 Placeholder 2">
            <a:hlinkClick r:id="rId10" action="ppaction://hlinksldjump"/>
            <a:extLst>
              <a:ext uri="{FF2B5EF4-FFF2-40B4-BE49-F238E27FC236}">
                <a16:creationId xmlns:a16="http://schemas.microsoft.com/office/drawing/2014/main" id="{2C3D2F01-5589-4057-BC4A-B56289859F27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auto">
          <a:xfrm>
            <a:off x="554038" y="2401888"/>
            <a:ext cx="3813175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effectLst/>
                <a:cs typeface="+mn-cs"/>
              </a:rPr>
              <a:t>Dairyworks</a:t>
            </a:r>
            <a:r>
              <a:rPr lang="en-US" altLang="en-US" dirty="0">
                <a:effectLst/>
                <a:cs typeface="+mn-cs"/>
              </a:rPr>
              <a:t>’ portfolio </a:t>
            </a:r>
            <a:r>
              <a:rPr lang="en-US" altLang="en-US">
                <a:effectLst/>
                <a:cs typeface="+mn-cs"/>
              </a:rPr>
              <a:t>and footprint</a:t>
            </a:r>
            <a:endParaRPr lang="en-US" dirty="0">
              <a:cs typeface="+mn-cs"/>
            </a:endParaRPr>
          </a:p>
        </p:txBody>
      </p:sp>
      <p:sp>
        <p:nvSpPr>
          <p:cNvPr id="22" name="Text Placeholder 2">
            <a:hlinkClick r:id="rId11" action="ppaction://hlinksldjump"/>
            <a:extLst>
              <a:ext uri="{FF2B5EF4-FFF2-40B4-BE49-F238E27FC236}">
                <a16:creationId xmlns:a16="http://schemas.microsoft.com/office/drawing/2014/main" id="{AEDF2DB6-6226-4CCF-9856-2B06FEDE13EA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auto">
          <a:xfrm>
            <a:off x="554038" y="2808288"/>
            <a:ext cx="3813175" cy="407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80963" tIns="82550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effectLst/>
                <a:cs typeface="+mn-cs"/>
              </a:rPr>
              <a:t>Dairyworks</a:t>
            </a:r>
            <a:r>
              <a:rPr lang="en-US" altLang="en-US" dirty="0">
                <a:effectLst/>
                <a:cs typeface="+mn-cs"/>
              </a:rPr>
              <a:t>’ </a:t>
            </a:r>
            <a:r>
              <a:rPr lang="en-US" altLang="en-US">
                <a:effectLst/>
                <a:cs typeface="+mn-cs"/>
              </a:rPr>
              <a:t>financial performance</a:t>
            </a:r>
            <a:endParaRPr lang="en-US" dirty="0">
              <a:cs typeface="+mn-cs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49123B1-9846-415F-ADAD-EBB9532A84EF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auto">
          <a:xfrm>
            <a:off x="554038" y="3216275"/>
            <a:ext cx="3813175" cy="4064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none" lIns="80963" tIns="80963" rIns="0" bIns="80963" numCol="1" spcCol="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228600" indent="-2254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515938" indent="-28733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742950" indent="-182563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914400" indent="-13652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en-US" b="1">
                <a:solidFill>
                  <a:schemeClr val="tx2"/>
                </a:solidFill>
                <a:effectLst/>
                <a:cs typeface="+mn-cs"/>
              </a:rPr>
              <a:t>Market analysis</a:t>
            </a:r>
            <a:endParaRPr lang="en-US" b="1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F83C574E-4683-411C-87A3-8547AD864014}"/>
              </a:ext>
            </a:extLst>
          </p:cNvPr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 vert="horz"/>
          <a:lstStyle/>
          <a:p>
            <a:r>
              <a:rPr lang="en-US" dirty="0"/>
              <a:t>Fact-pack breakdown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A60AA79-6598-44B0-89AD-772106FC0743}"/>
              </a:ext>
            </a:extLst>
          </p:cNvPr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006" t="5326" r="13342" b="2800"/>
          <a:stretch/>
        </p:blipFill>
        <p:spPr>
          <a:xfrm>
            <a:off x="7419372" y="1874019"/>
            <a:ext cx="4772628" cy="49839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F9A711-A67B-4293-9E97-C4582D2CA553}"/>
              </a:ext>
            </a:extLst>
          </p:cNvPr>
          <p:cNvPicPr>
            <a:picLocks noChangeAspect="1"/>
          </p:cNvPicPr>
          <p:nvPr/>
        </p:nvPicPr>
        <p:blipFill rotWithShape="1">
          <a:blip r:embed="rId13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552155" y="4236935"/>
            <a:ext cx="923120" cy="5268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067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73818CF3-D919-437B-ADF7-653E584BE910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2715604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73818CF3-D919-437B-ADF7-653E584BE9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D2A01A45-2C18-4288-9FA2-F51889ACE8C9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accent3"/>
                </a:solidFill>
              </a:rPr>
              <a:t>Attached –</a:t>
            </a:r>
            <a:r>
              <a:rPr lang="en-US" dirty="0"/>
              <a:t> Peers</a:t>
            </a:r>
            <a:r>
              <a:rPr lang="en-US" dirty="0">
                <a:ea typeface="+mj-lt"/>
                <a:cs typeface="+mj-lt"/>
              </a:rPr>
              <a:t>’</a:t>
            </a:r>
            <a:r>
              <a:rPr lang="en-US" dirty="0"/>
              <a:t> financials: Almarai, SADAFCO, NADEC P&amp;Ls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E2A11A50-F6BB-4328-B817-C10BA5C13FB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6FA4D48-E98C-4E32-8775-1106698DF6B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059037" y="377332"/>
            <a:ext cx="1575751" cy="89929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45603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CC06004E-4C50-45ED-97D9-DE045ED3B19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7066191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95" imgH="396" progId="TCLayout.ActiveDocument.1">
                  <p:embed/>
                </p:oleObj>
              </mc:Choice>
              <mc:Fallback>
                <p:oleObj name="think-cell Slide" r:id="rId5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CC06004E-4C50-45ED-97D9-DE045ED3B1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DBD812B5-EC66-42F3-B1BA-835ABD5E1413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>
                <a:solidFill>
                  <a:schemeClr val="accent3"/>
                </a:solidFill>
              </a:rPr>
              <a:t>Attached –</a:t>
            </a:r>
            <a:r>
              <a:rPr lang="en-US" dirty="0"/>
              <a:t> Euromonitor data: dairy &amp; ice cream market pricing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85CAC9-2276-42CE-B184-6298D1277BA4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clrChange>
              <a:clrFrom>
                <a:srgbClr val="E3EBE6"/>
              </a:clrFrom>
              <a:clrTo>
                <a:srgbClr val="E3EBE6">
                  <a:alpha val="0"/>
                </a:srgbClr>
              </a:clrTo>
            </a:clrChange>
          </a:blip>
          <a:srcRect l="3859" t="5714"/>
          <a:stretch/>
        </p:blipFill>
        <p:spPr>
          <a:xfrm>
            <a:off x="10059037" y="377332"/>
            <a:ext cx="1575751" cy="89929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D05B8B-9C07-407C-92BE-B08F029A95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08509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DB6D281-3BA7-77A1-3E1E-168A9720CE5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95" imgH="396" progId="TCLayout.ActiveDocument.1">
                  <p:embed/>
                </p:oleObj>
              </mc:Choice>
              <mc:Fallback>
                <p:oleObj name="think-cell Slide" r:id="rId8" imgW="395" imgH="396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DB6D281-3BA7-77A1-3E1E-168A9720CE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2. Slide Title">
            <a:extLst>
              <a:ext uri="{FF2B5EF4-FFF2-40B4-BE49-F238E27FC236}">
                <a16:creationId xmlns:a16="http://schemas.microsoft.com/office/drawing/2014/main" id="{75AFE233-AFC0-FC0D-B86D-258E408AB7B6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vert="horz"/>
          <a:lstStyle/>
          <a:p>
            <a:r>
              <a:rPr lang="en-US" dirty="0"/>
              <a:t>How to distribute your time</a:t>
            </a:r>
          </a:p>
        </p:txBody>
      </p:sp>
      <p:sp>
        <p:nvSpPr>
          <p:cNvPr id="169" name="Subtitle 168">
            <a:extLst>
              <a:ext uri="{FF2B5EF4-FFF2-40B4-BE49-F238E27FC236}">
                <a16:creationId xmlns:a16="http://schemas.microsoft.com/office/drawing/2014/main" id="{70A7ACD1-1E19-3C4B-9A9F-1554682D2C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A3288AC4-A3FC-9253-B6B7-F045EEC05CC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84A91E24-3A16-BEE0-3C3D-748C2F024539}"/>
              </a:ext>
            </a:extLst>
          </p:cNvPr>
          <p:cNvGrpSpPr/>
          <p:nvPr/>
        </p:nvGrpSpPr>
        <p:grpSpPr>
          <a:xfrm>
            <a:off x="527697" y="4238187"/>
            <a:ext cx="3377397" cy="2261001"/>
            <a:chOff x="6628964" y="2542028"/>
            <a:chExt cx="2320478" cy="1553446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3140F7C-8C12-6479-F2A0-9F38DA15D719}"/>
                </a:ext>
              </a:extLst>
            </p:cNvPr>
            <p:cNvSpPr/>
            <p:nvPr/>
          </p:nvSpPr>
          <p:spPr>
            <a:xfrm>
              <a:off x="6628964" y="3941913"/>
              <a:ext cx="2320478" cy="153561"/>
            </a:xfrm>
            <a:custGeom>
              <a:avLst/>
              <a:gdLst>
                <a:gd name="connsiteX0" fmla="*/ 1475892 w 2320477"/>
                <a:gd name="connsiteY0" fmla="*/ 153561 h 153561"/>
                <a:gd name="connsiteX1" fmla="*/ 0 w 2320477"/>
                <a:gd name="connsiteY1" fmla="*/ 76781 h 153561"/>
                <a:gd name="connsiteX2" fmla="*/ 1475892 w 2320477"/>
                <a:gd name="connsiteY2" fmla="*/ 0 h 153561"/>
                <a:gd name="connsiteX3" fmla="*/ 1475892 w 2320477"/>
                <a:gd name="connsiteY3" fmla="*/ 153561 h 153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477" h="153561">
                  <a:moveTo>
                    <a:pt x="1475892" y="153561"/>
                  </a:moveTo>
                  <a:cubicBezTo>
                    <a:pt x="346673" y="153561"/>
                    <a:pt x="0" y="119186"/>
                    <a:pt x="0" y="76781"/>
                  </a:cubicBezTo>
                  <a:cubicBezTo>
                    <a:pt x="0" y="3572"/>
                    <a:pt x="927207" y="0"/>
                    <a:pt x="1475892" y="0"/>
                  </a:cubicBezTo>
                  <a:cubicBezTo>
                    <a:pt x="2605112" y="0"/>
                    <a:pt x="2605112" y="153561"/>
                    <a:pt x="1475892" y="153561"/>
                  </a:cubicBez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227461A-0324-DF91-8D3C-7C498088F4F1}"/>
                </a:ext>
              </a:extLst>
            </p:cNvPr>
            <p:cNvSpPr/>
            <p:nvPr/>
          </p:nvSpPr>
          <p:spPr>
            <a:xfrm>
              <a:off x="7067932" y="2542028"/>
              <a:ext cx="1529923" cy="1046490"/>
            </a:xfrm>
            <a:custGeom>
              <a:avLst/>
              <a:gdLst>
                <a:gd name="connsiteX0" fmla="*/ 0 w 1529922"/>
                <a:gd name="connsiteY0" fmla="*/ 0 h 1046489"/>
                <a:gd name="connsiteX1" fmla="*/ 1531237 w 1529922"/>
                <a:gd name="connsiteY1" fmla="*/ 0 h 1046489"/>
                <a:gd name="connsiteX2" fmla="*/ 1531237 w 1529922"/>
                <a:gd name="connsiteY2" fmla="*/ 1047480 h 1046489"/>
                <a:gd name="connsiteX3" fmla="*/ 0 w 1529922"/>
                <a:gd name="connsiteY3" fmla="*/ 1047480 h 104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29922" h="1046489">
                  <a:moveTo>
                    <a:pt x="0" y="0"/>
                  </a:moveTo>
                  <a:lnTo>
                    <a:pt x="1531237" y="0"/>
                  </a:lnTo>
                  <a:lnTo>
                    <a:pt x="1531237" y="1047480"/>
                  </a:lnTo>
                  <a:lnTo>
                    <a:pt x="0" y="1047480"/>
                  </a:lnTo>
                  <a:close/>
                </a:path>
              </a:pathLst>
            </a:custGeom>
            <a:solidFill>
              <a:srgbClr val="B3B3B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AFC8F9-38FC-BC27-01C3-0ACBDF42C8EF}"/>
                </a:ext>
              </a:extLst>
            </p:cNvPr>
            <p:cNvSpPr/>
            <p:nvPr/>
          </p:nvSpPr>
          <p:spPr>
            <a:xfrm>
              <a:off x="7807300" y="2640438"/>
              <a:ext cx="5687" cy="864492"/>
            </a:xfrm>
            <a:custGeom>
              <a:avLst/>
              <a:gdLst>
                <a:gd name="connsiteX0" fmla="*/ 9521 w 5687"/>
                <a:gd name="connsiteY0" fmla="*/ 867296 h 864491"/>
                <a:gd name="connsiteX1" fmla="*/ 0 w 5687"/>
                <a:gd name="connsiteY1" fmla="*/ 867296 h 864491"/>
                <a:gd name="connsiteX2" fmla="*/ 0 w 5687"/>
                <a:gd name="connsiteY2" fmla="*/ 137386 h 864491"/>
                <a:gd name="connsiteX3" fmla="*/ 9521 w 5687"/>
                <a:gd name="connsiteY3" fmla="*/ 137386 h 864491"/>
                <a:gd name="connsiteX4" fmla="*/ 9521 w 5687"/>
                <a:gd name="connsiteY4" fmla="*/ 867296 h 864491"/>
                <a:gd name="connsiteX5" fmla="*/ 9521 w 5687"/>
                <a:gd name="connsiteY5" fmla="*/ 127871 h 864491"/>
                <a:gd name="connsiteX6" fmla="*/ 0 w 5687"/>
                <a:gd name="connsiteY6" fmla="*/ 127871 h 864491"/>
                <a:gd name="connsiteX7" fmla="*/ 0 w 5687"/>
                <a:gd name="connsiteY7" fmla="*/ 0 h 864491"/>
                <a:gd name="connsiteX8" fmla="*/ 9521 w 5687"/>
                <a:gd name="connsiteY8" fmla="*/ 0 h 864491"/>
                <a:gd name="connsiteX9" fmla="*/ 9521 w 5687"/>
                <a:gd name="connsiteY9" fmla="*/ 127871 h 86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87" h="864491">
                  <a:moveTo>
                    <a:pt x="9521" y="867296"/>
                  </a:moveTo>
                  <a:lnTo>
                    <a:pt x="0" y="867296"/>
                  </a:lnTo>
                  <a:lnTo>
                    <a:pt x="0" y="137386"/>
                  </a:lnTo>
                  <a:lnTo>
                    <a:pt x="9521" y="137386"/>
                  </a:lnTo>
                  <a:lnTo>
                    <a:pt x="9521" y="867296"/>
                  </a:lnTo>
                  <a:close/>
                  <a:moveTo>
                    <a:pt x="9521" y="127871"/>
                  </a:moveTo>
                  <a:lnTo>
                    <a:pt x="0" y="127871"/>
                  </a:lnTo>
                  <a:lnTo>
                    <a:pt x="0" y="0"/>
                  </a:lnTo>
                  <a:lnTo>
                    <a:pt x="9521" y="0"/>
                  </a:lnTo>
                  <a:lnTo>
                    <a:pt x="9521" y="127871"/>
                  </a:lnTo>
                  <a:close/>
                </a:path>
              </a:pathLst>
            </a:custGeom>
            <a:solidFill>
              <a:srgbClr val="F0F3FE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B4C0863-78E5-06FB-D11D-B1ABF0E0250C}"/>
                </a:ext>
              </a:extLst>
            </p:cNvPr>
            <p:cNvSpPr/>
            <p:nvPr/>
          </p:nvSpPr>
          <p:spPr>
            <a:xfrm>
              <a:off x="8211365" y="2640438"/>
              <a:ext cx="5687" cy="864492"/>
            </a:xfrm>
            <a:custGeom>
              <a:avLst/>
              <a:gdLst>
                <a:gd name="connsiteX0" fmla="*/ 9515 w 5687"/>
                <a:gd name="connsiteY0" fmla="*/ 867296 h 864491"/>
                <a:gd name="connsiteX1" fmla="*/ 0 w 5687"/>
                <a:gd name="connsiteY1" fmla="*/ 867296 h 864491"/>
                <a:gd name="connsiteX2" fmla="*/ 0 w 5687"/>
                <a:gd name="connsiteY2" fmla="*/ 137386 h 864491"/>
                <a:gd name="connsiteX3" fmla="*/ 9515 w 5687"/>
                <a:gd name="connsiteY3" fmla="*/ 137386 h 864491"/>
                <a:gd name="connsiteX4" fmla="*/ 9515 w 5687"/>
                <a:gd name="connsiteY4" fmla="*/ 867296 h 864491"/>
                <a:gd name="connsiteX5" fmla="*/ 9515 w 5687"/>
                <a:gd name="connsiteY5" fmla="*/ 127871 h 864491"/>
                <a:gd name="connsiteX6" fmla="*/ 0 w 5687"/>
                <a:gd name="connsiteY6" fmla="*/ 127871 h 864491"/>
                <a:gd name="connsiteX7" fmla="*/ 0 w 5687"/>
                <a:gd name="connsiteY7" fmla="*/ 0 h 864491"/>
                <a:gd name="connsiteX8" fmla="*/ 9515 w 5687"/>
                <a:gd name="connsiteY8" fmla="*/ 0 h 864491"/>
                <a:gd name="connsiteX9" fmla="*/ 9515 w 5687"/>
                <a:gd name="connsiteY9" fmla="*/ 127871 h 86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87" h="864491">
                  <a:moveTo>
                    <a:pt x="9515" y="867296"/>
                  </a:moveTo>
                  <a:lnTo>
                    <a:pt x="0" y="867296"/>
                  </a:lnTo>
                  <a:lnTo>
                    <a:pt x="0" y="137386"/>
                  </a:lnTo>
                  <a:lnTo>
                    <a:pt x="9515" y="137386"/>
                  </a:lnTo>
                  <a:lnTo>
                    <a:pt x="9515" y="867296"/>
                  </a:lnTo>
                  <a:close/>
                  <a:moveTo>
                    <a:pt x="9515" y="127871"/>
                  </a:moveTo>
                  <a:lnTo>
                    <a:pt x="0" y="127871"/>
                  </a:lnTo>
                  <a:lnTo>
                    <a:pt x="0" y="0"/>
                  </a:lnTo>
                  <a:lnTo>
                    <a:pt x="9515" y="0"/>
                  </a:lnTo>
                  <a:lnTo>
                    <a:pt x="9515" y="127871"/>
                  </a:lnTo>
                  <a:close/>
                </a:path>
              </a:pathLst>
            </a:custGeom>
            <a:solidFill>
              <a:srgbClr val="F0F3FE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7720B30-4120-7CF3-2B8E-93EE91E19848}"/>
                </a:ext>
              </a:extLst>
            </p:cNvPr>
            <p:cNvSpPr/>
            <p:nvPr/>
          </p:nvSpPr>
          <p:spPr>
            <a:xfrm>
              <a:off x="7424029" y="2640438"/>
              <a:ext cx="5687" cy="864492"/>
            </a:xfrm>
            <a:custGeom>
              <a:avLst/>
              <a:gdLst>
                <a:gd name="connsiteX0" fmla="*/ 9521 w 5687"/>
                <a:gd name="connsiteY0" fmla="*/ 867296 h 864491"/>
                <a:gd name="connsiteX1" fmla="*/ 0 w 5687"/>
                <a:gd name="connsiteY1" fmla="*/ 867296 h 864491"/>
                <a:gd name="connsiteX2" fmla="*/ 0 w 5687"/>
                <a:gd name="connsiteY2" fmla="*/ 137386 h 864491"/>
                <a:gd name="connsiteX3" fmla="*/ 9521 w 5687"/>
                <a:gd name="connsiteY3" fmla="*/ 137386 h 864491"/>
                <a:gd name="connsiteX4" fmla="*/ 9521 w 5687"/>
                <a:gd name="connsiteY4" fmla="*/ 867296 h 864491"/>
                <a:gd name="connsiteX5" fmla="*/ 9521 w 5687"/>
                <a:gd name="connsiteY5" fmla="*/ 127871 h 864491"/>
                <a:gd name="connsiteX6" fmla="*/ 0 w 5687"/>
                <a:gd name="connsiteY6" fmla="*/ 127871 h 864491"/>
                <a:gd name="connsiteX7" fmla="*/ 0 w 5687"/>
                <a:gd name="connsiteY7" fmla="*/ 0 h 864491"/>
                <a:gd name="connsiteX8" fmla="*/ 9521 w 5687"/>
                <a:gd name="connsiteY8" fmla="*/ 0 h 864491"/>
                <a:gd name="connsiteX9" fmla="*/ 9521 w 5687"/>
                <a:gd name="connsiteY9" fmla="*/ 127871 h 864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87" h="864491">
                  <a:moveTo>
                    <a:pt x="9521" y="867296"/>
                  </a:moveTo>
                  <a:lnTo>
                    <a:pt x="0" y="867296"/>
                  </a:lnTo>
                  <a:lnTo>
                    <a:pt x="0" y="137386"/>
                  </a:lnTo>
                  <a:lnTo>
                    <a:pt x="9521" y="137386"/>
                  </a:lnTo>
                  <a:lnTo>
                    <a:pt x="9521" y="867296"/>
                  </a:lnTo>
                  <a:close/>
                  <a:moveTo>
                    <a:pt x="9521" y="127871"/>
                  </a:moveTo>
                  <a:lnTo>
                    <a:pt x="0" y="127871"/>
                  </a:lnTo>
                  <a:lnTo>
                    <a:pt x="0" y="0"/>
                  </a:lnTo>
                  <a:lnTo>
                    <a:pt x="9521" y="0"/>
                  </a:lnTo>
                  <a:lnTo>
                    <a:pt x="9521" y="127871"/>
                  </a:lnTo>
                  <a:close/>
                </a:path>
              </a:pathLst>
            </a:custGeom>
            <a:solidFill>
              <a:srgbClr val="F0F3FE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E8CB2D-CAC7-086B-7876-E7C809903211}"/>
                </a:ext>
              </a:extLst>
            </p:cNvPr>
            <p:cNvSpPr/>
            <p:nvPr/>
          </p:nvSpPr>
          <p:spPr>
            <a:xfrm>
              <a:off x="7125319" y="2768309"/>
              <a:ext cx="1416174" cy="5687"/>
            </a:xfrm>
            <a:custGeom>
              <a:avLst/>
              <a:gdLst>
                <a:gd name="connsiteX0" fmla="*/ 1416191 w 1416173"/>
                <a:gd name="connsiteY0" fmla="*/ 9515 h 5687"/>
                <a:gd name="connsiteX1" fmla="*/ 0 w 1416173"/>
                <a:gd name="connsiteY1" fmla="*/ 9515 h 5687"/>
                <a:gd name="connsiteX2" fmla="*/ 0 w 1416173"/>
                <a:gd name="connsiteY2" fmla="*/ 0 h 5687"/>
                <a:gd name="connsiteX3" fmla="*/ 1416191 w 1416173"/>
                <a:gd name="connsiteY3" fmla="*/ 0 h 5687"/>
                <a:gd name="connsiteX4" fmla="*/ 1416191 w 1416173"/>
                <a:gd name="connsiteY4" fmla="*/ 9515 h 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6173" h="5687">
                  <a:moveTo>
                    <a:pt x="1416191" y="9515"/>
                  </a:moveTo>
                  <a:lnTo>
                    <a:pt x="0" y="9515"/>
                  </a:lnTo>
                  <a:lnTo>
                    <a:pt x="0" y="0"/>
                  </a:lnTo>
                  <a:lnTo>
                    <a:pt x="1416191" y="0"/>
                  </a:lnTo>
                  <a:lnTo>
                    <a:pt x="1416191" y="9515"/>
                  </a:lnTo>
                  <a:close/>
                </a:path>
              </a:pathLst>
            </a:custGeom>
            <a:solidFill>
              <a:srgbClr val="F0F3FE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DC7E8C7-E6DE-BD3F-A155-112B78C79F1B}"/>
                </a:ext>
              </a:extLst>
            </p:cNvPr>
            <p:cNvSpPr/>
            <p:nvPr/>
          </p:nvSpPr>
          <p:spPr>
            <a:xfrm>
              <a:off x="7747828" y="3994567"/>
              <a:ext cx="85312" cy="22750"/>
            </a:xfrm>
            <a:custGeom>
              <a:avLst/>
              <a:gdLst>
                <a:gd name="connsiteX0" fmla="*/ 32741 w 85311"/>
                <a:gd name="connsiteY0" fmla="*/ 8474 h 22749"/>
                <a:gd name="connsiteX1" fmla="*/ 85402 w 85311"/>
                <a:gd name="connsiteY1" fmla="*/ 1058 h 22749"/>
                <a:gd name="connsiteX2" fmla="*/ 80562 w 85311"/>
                <a:gd name="connsiteY2" fmla="*/ 21311 h 22749"/>
                <a:gd name="connsiteX3" fmla="*/ 181 w 85311"/>
                <a:gd name="connsiteY3" fmla="*/ 13798 h 22749"/>
                <a:gd name="connsiteX4" fmla="*/ 22999 w 85311"/>
                <a:gd name="connsiteY4" fmla="*/ 0 h 22749"/>
                <a:gd name="connsiteX5" fmla="*/ 32741 w 85311"/>
                <a:gd name="connsiteY5" fmla="*/ 8474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11" h="22749">
                  <a:moveTo>
                    <a:pt x="32741" y="8474"/>
                  </a:moveTo>
                  <a:cubicBezTo>
                    <a:pt x="47108" y="15328"/>
                    <a:pt x="85402" y="1058"/>
                    <a:pt x="85402" y="1058"/>
                  </a:cubicBezTo>
                  <a:cubicBezTo>
                    <a:pt x="85402" y="1058"/>
                    <a:pt x="86926" y="16636"/>
                    <a:pt x="80562" y="21311"/>
                  </a:cubicBezTo>
                  <a:cubicBezTo>
                    <a:pt x="74197" y="25992"/>
                    <a:pt x="4134" y="23159"/>
                    <a:pt x="181" y="13798"/>
                  </a:cubicBezTo>
                  <a:cubicBezTo>
                    <a:pt x="-1582" y="9635"/>
                    <a:pt x="9810" y="4459"/>
                    <a:pt x="22999" y="0"/>
                  </a:cubicBezTo>
                  <a:cubicBezTo>
                    <a:pt x="24176" y="2633"/>
                    <a:pt x="26878" y="5676"/>
                    <a:pt x="32741" y="8474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D32A8C0-A060-BABD-27EA-7929F914D6ED}"/>
                </a:ext>
              </a:extLst>
            </p:cNvPr>
            <p:cNvSpPr/>
            <p:nvPr/>
          </p:nvSpPr>
          <p:spPr>
            <a:xfrm>
              <a:off x="7770133" y="3985678"/>
              <a:ext cx="62562" cy="17062"/>
            </a:xfrm>
            <a:custGeom>
              <a:avLst/>
              <a:gdLst>
                <a:gd name="connsiteX0" fmla="*/ 23290 w 62561"/>
                <a:gd name="connsiteY0" fmla="*/ 4374 h 17062"/>
                <a:gd name="connsiteX1" fmla="*/ 0 w 62561"/>
                <a:gd name="connsiteY1" fmla="*/ 10055 h 17062"/>
                <a:gd name="connsiteX2" fmla="*/ 9771 w 62561"/>
                <a:gd name="connsiteY2" fmla="*/ 18507 h 17062"/>
                <a:gd name="connsiteX3" fmla="*/ 62408 w 62561"/>
                <a:gd name="connsiteY3" fmla="*/ 10954 h 17062"/>
                <a:gd name="connsiteX4" fmla="*/ 64143 w 62561"/>
                <a:gd name="connsiteY4" fmla="*/ 1615 h 17062"/>
                <a:gd name="connsiteX5" fmla="*/ 36980 w 62561"/>
                <a:gd name="connsiteY5" fmla="*/ 0 h 17062"/>
                <a:gd name="connsiteX6" fmla="*/ 23290 w 62561"/>
                <a:gd name="connsiteY6" fmla="*/ 4374 h 1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561" h="17062">
                  <a:moveTo>
                    <a:pt x="23290" y="4374"/>
                  </a:moveTo>
                  <a:cubicBezTo>
                    <a:pt x="15123" y="6745"/>
                    <a:pt x="7331" y="8605"/>
                    <a:pt x="0" y="10055"/>
                  </a:cubicBezTo>
                  <a:cubicBezTo>
                    <a:pt x="1189" y="12689"/>
                    <a:pt x="3896" y="15726"/>
                    <a:pt x="9771" y="18507"/>
                  </a:cubicBezTo>
                  <a:cubicBezTo>
                    <a:pt x="32754" y="29404"/>
                    <a:pt x="60577" y="12194"/>
                    <a:pt x="62408" y="10954"/>
                  </a:cubicBezTo>
                  <a:cubicBezTo>
                    <a:pt x="62920" y="8190"/>
                    <a:pt x="63500" y="5062"/>
                    <a:pt x="64143" y="1615"/>
                  </a:cubicBezTo>
                  <a:lnTo>
                    <a:pt x="36980" y="0"/>
                  </a:lnTo>
                  <a:cubicBezTo>
                    <a:pt x="32635" y="1518"/>
                    <a:pt x="28068" y="2986"/>
                    <a:pt x="23290" y="4374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FFAB8258-0B40-AAF2-F022-78F34DC4760F}"/>
                </a:ext>
              </a:extLst>
            </p:cNvPr>
            <p:cNvSpPr/>
            <p:nvPr/>
          </p:nvSpPr>
          <p:spPr>
            <a:xfrm>
              <a:off x="8126116" y="3984091"/>
              <a:ext cx="28437" cy="17062"/>
            </a:xfrm>
            <a:custGeom>
              <a:avLst/>
              <a:gdLst>
                <a:gd name="connsiteX0" fmla="*/ 1979 w 28437"/>
                <a:gd name="connsiteY0" fmla="*/ 19315 h 17062"/>
                <a:gd name="connsiteX1" fmla="*/ 33670 w 28437"/>
                <a:gd name="connsiteY1" fmla="*/ 13945 h 17062"/>
                <a:gd name="connsiteX2" fmla="*/ 31252 w 28437"/>
                <a:gd name="connsiteY2" fmla="*/ 7075 h 17062"/>
                <a:gd name="connsiteX3" fmla="*/ 29672 w 28437"/>
                <a:gd name="connsiteY3" fmla="*/ 0 h 17062"/>
                <a:gd name="connsiteX4" fmla="*/ 0 w 28437"/>
                <a:gd name="connsiteY4" fmla="*/ 6904 h 17062"/>
                <a:gd name="connsiteX5" fmla="*/ 1979 w 28437"/>
                <a:gd name="connsiteY5" fmla="*/ 19315 h 1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8437" h="17062">
                  <a:moveTo>
                    <a:pt x="1979" y="19315"/>
                  </a:moveTo>
                  <a:cubicBezTo>
                    <a:pt x="12541" y="17523"/>
                    <a:pt x="23108" y="15737"/>
                    <a:pt x="33670" y="13945"/>
                  </a:cubicBezTo>
                  <a:cubicBezTo>
                    <a:pt x="32828" y="11938"/>
                    <a:pt x="31986" y="9640"/>
                    <a:pt x="31252" y="7075"/>
                  </a:cubicBezTo>
                  <a:cubicBezTo>
                    <a:pt x="30519" y="4516"/>
                    <a:pt x="30018" y="2138"/>
                    <a:pt x="29672" y="0"/>
                  </a:cubicBezTo>
                  <a:cubicBezTo>
                    <a:pt x="19781" y="2298"/>
                    <a:pt x="9891" y="4601"/>
                    <a:pt x="0" y="6904"/>
                  </a:cubicBezTo>
                  <a:cubicBezTo>
                    <a:pt x="660" y="11039"/>
                    <a:pt x="1319" y="15180"/>
                    <a:pt x="1979" y="19315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A45B27B-1AF1-1F02-1FE4-35496974367D}"/>
                </a:ext>
              </a:extLst>
            </p:cNvPr>
            <p:cNvSpPr/>
            <p:nvPr/>
          </p:nvSpPr>
          <p:spPr>
            <a:xfrm>
              <a:off x="8126872" y="3992329"/>
              <a:ext cx="34125" cy="22750"/>
            </a:xfrm>
            <a:custGeom>
              <a:avLst/>
              <a:gdLst>
                <a:gd name="connsiteX0" fmla="*/ 6227 w 34124"/>
                <a:gd name="connsiteY0" fmla="*/ 27093 h 22749"/>
                <a:gd name="connsiteX1" fmla="*/ 34050 w 34124"/>
                <a:gd name="connsiteY1" fmla="*/ 25062 h 22749"/>
                <a:gd name="connsiteX2" fmla="*/ 34568 w 34124"/>
                <a:gd name="connsiteY2" fmla="*/ 10491 h 22749"/>
                <a:gd name="connsiteX3" fmla="*/ 31673 w 34124"/>
                <a:gd name="connsiteY3" fmla="*/ 1118 h 22749"/>
                <a:gd name="connsiteX4" fmla="*/ 29074 w 34124"/>
                <a:gd name="connsiteY4" fmla="*/ 925 h 22749"/>
                <a:gd name="connsiteX5" fmla="*/ 15993 w 34124"/>
                <a:gd name="connsiteY5" fmla="*/ 3 h 22749"/>
                <a:gd name="connsiteX6" fmla="*/ 2724 w 34124"/>
                <a:gd name="connsiteY6" fmla="*/ 4980 h 22749"/>
                <a:gd name="connsiteX7" fmla="*/ 147 w 34124"/>
                <a:gd name="connsiteY7" fmla="*/ 5896 h 22749"/>
                <a:gd name="connsiteX8" fmla="*/ 1694 w 34124"/>
                <a:gd name="connsiteY8" fmla="*/ 18800 h 22749"/>
                <a:gd name="connsiteX9" fmla="*/ 6227 w 34124"/>
                <a:gd name="connsiteY9" fmla="*/ 27093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124" h="22749">
                  <a:moveTo>
                    <a:pt x="6227" y="27093"/>
                  </a:moveTo>
                  <a:cubicBezTo>
                    <a:pt x="15503" y="26416"/>
                    <a:pt x="24774" y="25739"/>
                    <a:pt x="34050" y="25062"/>
                  </a:cubicBezTo>
                  <a:cubicBezTo>
                    <a:pt x="34818" y="21843"/>
                    <a:pt x="35597" y="16668"/>
                    <a:pt x="34568" y="10491"/>
                  </a:cubicBezTo>
                  <a:cubicBezTo>
                    <a:pt x="33925" y="6629"/>
                    <a:pt x="32759" y="3461"/>
                    <a:pt x="31673" y="1118"/>
                  </a:cubicBezTo>
                  <a:lnTo>
                    <a:pt x="29074" y="925"/>
                  </a:lnTo>
                  <a:cubicBezTo>
                    <a:pt x="20548" y="282"/>
                    <a:pt x="16277" y="-37"/>
                    <a:pt x="15993" y="3"/>
                  </a:cubicBezTo>
                  <a:cubicBezTo>
                    <a:pt x="13359" y="367"/>
                    <a:pt x="14031" y="885"/>
                    <a:pt x="2724" y="4980"/>
                  </a:cubicBezTo>
                  <a:cubicBezTo>
                    <a:pt x="1626" y="5372"/>
                    <a:pt x="728" y="5691"/>
                    <a:pt x="147" y="5896"/>
                  </a:cubicBezTo>
                  <a:cubicBezTo>
                    <a:pt x="-126" y="8642"/>
                    <a:pt x="-216" y="13392"/>
                    <a:pt x="1694" y="18800"/>
                  </a:cubicBezTo>
                  <a:cubicBezTo>
                    <a:pt x="2997" y="22474"/>
                    <a:pt x="4794" y="25239"/>
                    <a:pt x="6227" y="27093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7338508-165D-F618-3F4E-3CA7D67B1EFF}"/>
                </a:ext>
              </a:extLst>
            </p:cNvPr>
            <p:cNvSpPr/>
            <p:nvPr/>
          </p:nvSpPr>
          <p:spPr>
            <a:xfrm>
              <a:off x="7798654" y="3489090"/>
              <a:ext cx="358309" cy="500495"/>
            </a:xfrm>
            <a:custGeom>
              <a:avLst/>
              <a:gdLst>
                <a:gd name="connsiteX0" fmla="*/ 200660 w 358309"/>
                <a:gd name="connsiteY0" fmla="*/ 0 h 500495"/>
                <a:gd name="connsiteX1" fmla="*/ 222284 w 358309"/>
                <a:gd name="connsiteY1" fmla="*/ 56016 h 500495"/>
                <a:gd name="connsiteX2" fmla="*/ 293047 w 358309"/>
                <a:gd name="connsiteY2" fmla="*/ 286892 h 500495"/>
                <a:gd name="connsiteX3" fmla="*/ 358583 w 358309"/>
                <a:gd name="connsiteY3" fmla="*/ 497162 h 500495"/>
                <a:gd name="connsiteX4" fmla="*/ 327444 w 358309"/>
                <a:gd name="connsiteY4" fmla="*/ 502196 h 500495"/>
                <a:gd name="connsiteX5" fmla="*/ 200660 w 358309"/>
                <a:gd name="connsiteY5" fmla="*/ 290902 h 500495"/>
                <a:gd name="connsiteX6" fmla="*/ 135800 w 358309"/>
                <a:gd name="connsiteY6" fmla="*/ 170999 h 500495"/>
                <a:gd name="connsiteX7" fmla="*/ 113198 w 358309"/>
                <a:gd name="connsiteY7" fmla="*/ 231934 h 500495"/>
                <a:gd name="connsiteX8" fmla="*/ 78801 w 358309"/>
                <a:gd name="connsiteY8" fmla="*/ 311541 h 500495"/>
                <a:gd name="connsiteX9" fmla="*/ 36543 w 358309"/>
                <a:gd name="connsiteY9" fmla="*/ 500233 h 500495"/>
                <a:gd name="connsiteX10" fmla="*/ 4107 w 358309"/>
                <a:gd name="connsiteY10" fmla="*/ 498266 h 500495"/>
                <a:gd name="connsiteX11" fmla="*/ 5091 w 358309"/>
                <a:gd name="connsiteY11" fmla="*/ 297778 h 500495"/>
                <a:gd name="connsiteX12" fmla="*/ 76838 w 358309"/>
                <a:gd name="connsiteY12" fmla="*/ 0 h 500495"/>
                <a:gd name="connsiteX13" fmla="*/ 200660 w 358309"/>
                <a:gd name="connsiteY13" fmla="*/ 0 h 50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58309" h="500495">
                  <a:moveTo>
                    <a:pt x="200660" y="0"/>
                  </a:moveTo>
                  <a:cubicBezTo>
                    <a:pt x="208019" y="18285"/>
                    <a:pt x="215237" y="36957"/>
                    <a:pt x="222284" y="56016"/>
                  </a:cubicBezTo>
                  <a:cubicBezTo>
                    <a:pt x="258120" y="152913"/>
                    <a:pt x="275069" y="221975"/>
                    <a:pt x="293047" y="286892"/>
                  </a:cubicBezTo>
                  <a:cubicBezTo>
                    <a:pt x="307021" y="337362"/>
                    <a:pt x="328252" y="409422"/>
                    <a:pt x="358583" y="497162"/>
                  </a:cubicBezTo>
                  <a:cubicBezTo>
                    <a:pt x="348204" y="498840"/>
                    <a:pt x="337824" y="500518"/>
                    <a:pt x="327444" y="502196"/>
                  </a:cubicBezTo>
                  <a:cubicBezTo>
                    <a:pt x="285027" y="435886"/>
                    <a:pt x="242548" y="365469"/>
                    <a:pt x="200660" y="290902"/>
                  </a:cubicBezTo>
                  <a:cubicBezTo>
                    <a:pt x="177893" y="250373"/>
                    <a:pt x="156298" y="210373"/>
                    <a:pt x="135800" y="170999"/>
                  </a:cubicBezTo>
                  <a:cubicBezTo>
                    <a:pt x="128981" y="190734"/>
                    <a:pt x="121474" y="211078"/>
                    <a:pt x="113198" y="231934"/>
                  </a:cubicBezTo>
                  <a:cubicBezTo>
                    <a:pt x="102028" y="260081"/>
                    <a:pt x="90466" y="286624"/>
                    <a:pt x="78801" y="311541"/>
                  </a:cubicBezTo>
                  <a:cubicBezTo>
                    <a:pt x="64713" y="374439"/>
                    <a:pt x="50631" y="437336"/>
                    <a:pt x="36543" y="500233"/>
                  </a:cubicBezTo>
                  <a:cubicBezTo>
                    <a:pt x="25731" y="499574"/>
                    <a:pt x="14919" y="498920"/>
                    <a:pt x="4107" y="498266"/>
                  </a:cubicBezTo>
                  <a:cubicBezTo>
                    <a:pt x="-846" y="441038"/>
                    <a:pt x="-2217" y="373296"/>
                    <a:pt x="5091" y="297778"/>
                  </a:cubicBezTo>
                  <a:cubicBezTo>
                    <a:pt x="16938" y="175429"/>
                    <a:pt x="47542" y="74369"/>
                    <a:pt x="76838" y="0"/>
                  </a:cubicBezTo>
                  <a:lnTo>
                    <a:pt x="200660" y="0"/>
                  </a:ln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B980536-41D2-0691-979D-06593BFB42EF}"/>
                </a:ext>
              </a:extLst>
            </p:cNvPr>
            <p:cNvSpPr/>
            <p:nvPr/>
          </p:nvSpPr>
          <p:spPr>
            <a:xfrm>
              <a:off x="7798654" y="3489090"/>
              <a:ext cx="204748" cy="494808"/>
            </a:xfrm>
            <a:custGeom>
              <a:avLst/>
              <a:gdLst>
                <a:gd name="connsiteX0" fmla="*/ 198948 w 204748"/>
                <a:gd name="connsiteY0" fmla="*/ 0 h 494807"/>
                <a:gd name="connsiteX1" fmla="*/ 76838 w 204748"/>
                <a:gd name="connsiteY1" fmla="*/ 0 h 494807"/>
                <a:gd name="connsiteX2" fmla="*/ 5091 w 204748"/>
                <a:gd name="connsiteY2" fmla="*/ 297778 h 494807"/>
                <a:gd name="connsiteX3" fmla="*/ 4107 w 204748"/>
                <a:gd name="connsiteY3" fmla="*/ 498266 h 494807"/>
                <a:gd name="connsiteX4" fmla="*/ 36543 w 204748"/>
                <a:gd name="connsiteY4" fmla="*/ 500233 h 494807"/>
                <a:gd name="connsiteX5" fmla="*/ 78801 w 204748"/>
                <a:gd name="connsiteY5" fmla="*/ 311541 h 494807"/>
                <a:gd name="connsiteX6" fmla="*/ 113198 w 204748"/>
                <a:gd name="connsiteY6" fmla="*/ 231934 h 494807"/>
                <a:gd name="connsiteX7" fmla="*/ 169703 w 204748"/>
                <a:gd name="connsiteY7" fmla="*/ 128252 h 494807"/>
                <a:gd name="connsiteX8" fmla="*/ 203606 w 204748"/>
                <a:gd name="connsiteY8" fmla="*/ 63386 h 494807"/>
                <a:gd name="connsiteX9" fmla="*/ 198948 w 204748"/>
                <a:gd name="connsiteY9" fmla="*/ 0 h 49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748" h="494807">
                  <a:moveTo>
                    <a:pt x="198948" y="0"/>
                  </a:moveTo>
                  <a:lnTo>
                    <a:pt x="76838" y="0"/>
                  </a:lnTo>
                  <a:cubicBezTo>
                    <a:pt x="47542" y="74369"/>
                    <a:pt x="16938" y="175429"/>
                    <a:pt x="5091" y="297778"/>
                  </a:cubicBezTo>
                  <a:cubicBezTo>
                    <a:pt x="-2217" y="373296"/>
                    <a:pt x="-846" y="441038"/>
                    <a:pt x="4107" y="498266"/>
                  </a:cubicBezTo>
                  <a:cubicBezTo>
                    <a:pt x="14919" y="498920"/>
                    <a:pt x="25731" y="499574"/>
                    <a:pt x="36543" y="500233"/>
                  </a:cubicBezTo>
                  <a:cubicBezTo>
                    <a:pt x="50631" y="437336"/>
                    <a:pt x="64713" y="374439"/>
                    <a:pt x="78801" y="311541"/>
                  </a:cubicBezTo>
                  <a:cubicBezTo>
                    <a:pt x="88595" y="286243"/>
                    <a:pt x="99964" y="259586"/>
                    <a:pt x="113198" y="231934"/>
                  </a:cubicBezTo>
                  <a:cubicBezTo>
                    <a:pt x="131586" y="193521"/>
                    <a:pt x="150815" y="158958"/>
                    <a:pt x="169703" y="128252"/>
                  </a:cubicBezTo>
                  <a:cubicBezTo>
                    <a:pt x="177728" y="120079"/>
                    <a:pt x="197151" y="98080"/>
                    <a:pt x="203606" y="63386"/>
                  </a:cubicBezTo>
                  <a:cubicBezTo>
                    <a:pt x="209015" y="34392"/>
                    <a:pt x="202685" y="10948"/>
                    <a:pt x="198948" y="0"/>
                  </a:cubicBez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4F45D95B-409E-F731-1626-247E6E6F6FA9}"/>
                </a:ext>
              </a:extLst>
            </p:cNvPr>
            <p:cNvSpPr/>
            <p:nvPr/>
          </p:nvSpPr>
          <p:spPr>
            <a:xfrm>
              <a:off x="7782099" y="3166497"/>
              <a:ext cx="5687" cy="28437"/>
            </a:xfrm>
            <a:custGeom>
              <a:avLst/>
              <a:gdLst>
                <a:gd name="connsiteX0" fmla="*/ 5488 w 5687"/>
                <a:gd name="connsiteY0" fmla="*/ 28722 h 28437"/>
                <a:gd name="connsiteX1" fmla="*/ 6017 w 5687"/>
                <a:gd name="connsiteY1" fmla="*/ 28017 h 28437"/>
                <a:gd name="connsiteX2" fmla="*/ 8577 w 5687"/>
                <a:gd name="connsiteY2" fmla="*/ 18684 h 28437"/>
                <a:gd name="connsiteX3" fmla="*/ 10311 w 5687"/>
                <a:gd name="connsiteY3" fmla="*/ 5358 h 28437"/>
                <a:gd name="connsiteX4" fmla="*/ 9282 w 5687"/>
                <a:gd name="connsiteY4" fmla="*/ 666 h 28437"/>
                <a:gd name="connsiteX5" fmla="*/ 6563 w 5687"/>
                <a:gd name="connsiteY5" fmla="*/ 69 h 28437"/>
                <a:gd name="connsiteX6" fmla="*/ 3583 w 5687"/>
                <a:gd name="connsiteY6" fmla="*/ 3095 h 28437"/>
                <a:gd name="connsiteX7" fmla="*/ 1092 w 5687"/>
                <a:gd name="connsiteY7" fmla="*/ 13941 h 28437"/>
                <a:gd name="connsiteX8" fmla="*/ 28 w 5687"/>
                <a:gd name="connsiteY8" fmla="*/ 32180 h 28437"/>
                <a:gd name="connsiteX9" fmla="*/ 0 w 5687"/>
                <a:gd name="connsiteY9" fmla="*/ 32288 h 28437"/>
                <a:gd name="connsiteX10" fmla="*/ 5488 w 5687"/>
                <a:gd name="connsiteY10" fmla="*/ 28722 h 2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687" h="28437">
                  <a:moveTo>
                    <a:pt x="5488" y="28722"/>
                  </a:moveTo>
                  <a:lnTo>
                    <a:pt x="6017" y="28017"/>
                  </a:lnTo>
                  <a:cubicBezTo>
                    <a:pt x="6751" y="26857"/>
                    <a:pt x="7206" y="25031"/>
                    <a:pt x="8577" y="18684"/>
                  </a:cubicBezTo>
                  <a:cubicBezTo>
                    <a:pt x="8577" y="18684"/>
                    <a:pt x="9492" y="14464"/>
                    <a:pt x="10311" y="5358"/>
                  </a:cubicBezTo>
                  <a:cubicBezTo>
                    <a:pt x="10442" y="3948"/>
                    <a:pt x="10607" y="1781"/>
                    <a:pt x="9282" y="666"/>
                  </a:cubicBezTo>
                  <a:cubicBezTo>
                    <a:pt x="8525" y="41"/>
                    <a:pt x="7451" y="-107"/>
                    <a:pt x="6563" y="69"/>
                  </a:cubicBezTo>
                  <a:cubicBezTo>
                    <a:pt x="5164" y="342"/>
                    <a:pt x="4015" y="1519"/>
                    <a:pt x="3583" y="3095"/>
                  </a:cubicBezTo>
                  <a:cubicBezTo>
                    <a:pt x="2753" y="6712"/>
                    <a:pt x="1922" y="10329"/>
                    <a:pt x="1092" y="13941"/>
                  </a:cubicBezTo>
                  <a:cubicBezTo>
                    <a:pt x="1092" y="13941"/>
                    <a:pt x="2974" y="25793"/>
                    <a:pt x="28" y="32180"/>
                  </a:cubicBezTo>
                  <a:lnTo>
                    <a:pt x="0" y="32288"/>
                  </a:lnTo>
                  <a:cubicBezTo>
                    <a:pt x="2025" y="31617"/>
                    <a:pt x="4010" y="30525"/>
                    <a:pt x="5488" y="28722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EC22098-9D6F-387D-82CD-1FA47CAC69F9}"/>
                </a:ext>
              </a:extLst>
            </p:cNvPr>
            <p:cNvSpPr/>
            <p:nvPr/>
          </p:nvSpPr>
          <p:spPr>
            <a:xfrm>
              <a:off x="7731020" y="3107280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52 w 68249"/>
                <a:gd name="connsiteY1" fmla="*/ 0 h 68249"/>
                <a:gd name="connsiteX2" fmla="*/ 71252 w 68249"/>
                <a:gd name="connsiteY2" fmla="*/ 71252 h 68249"/>
                <a:gd name="connsiteX3" fmla="*/ 0 w 68249"/>
                <a:gd name="connsiteY3" fmla="*/ 7125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52" y="0"/>
                  </a:lnTo>
                  <a:lnTo>
                    <a:pt x="71252" y="71252"/>
                  </a:lnTo>
                  <a:lnTo>
                    <a:pt x="0" y="71252"/>
                  </a:ln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487B56F-FE88-AC7D-B39F-D2787A416EE0}"/>
                </a:ext>
              </a:extLst>
            </p:cNvPr>
            <p:cNvSpPr/>
            <p:nvPr/>
          </p:nvSpPr>
          <p:spPr>
            <a:xfrm>
              <a:off x="7750198" y="3145431"/>
              <a:ext cx="28437" cy="62562"/>
            </a:xfrm>
            <a:custGeom>
              <a:avLst/>
              <a:gdLst>
                <a:gd name="connsiteX0" fmla="*/ 32993 w 28437"/>
                <a:gd name="connsiteY0" fmla="*/ 35007 h 62561"/>
                <a:gd name="connsiteX1" fmla="*/ 32157 w 28437"/>
                <a:gd name="connsiteY1" fmla="*/ 3817 h 62561"/>
                <a:gd name="connsiteX2" fmla="*/ 28835 w 28437"/>
                <a:gd name="connsiteY2" fmla="*/ 467 h 62561"/>
                <a:gd name="connsiteX3" fmla="*/ 25639 w 28437"/>
                <a:gd name="connsiteY3" fmla="*/ 3459 h 62561"/>
                <a:gd name="connsiteX4" fmla="*/ 24621 w 28437"/>
                <a:gd name="connsiteY4" fmla="*/ 20817 h 62561"/>
                <a:gd name="connsiteX5" fmla="*/ 22818 w 28437"/>
                <a:gd name="connsiteY5" fmla="*/ 3567 h 62561"/>
                <a:gd name="connsiteX6" fmla="*/ 19832 w 28437"/>
                <a:gd name="connsiteY6" fmla="*/ 18 h 62561"/>
                <a:gd name="connsiteX7" fmla="*/ 16078 w 28437"/>
                <a:gd name="connsiteY7" fmla="*/ 3510 h 62561"/>
                <a:gd name="connsiteX8" fmla="*/ 16238 w 28437"/>
                <a:gd name="connsiteY8" fmla="*/ 20709 h 62561"/>
                <a:gd name="connsiteX9" fmla="*/ 13860 w 28437"/>
                <a:gd name="connsiteY9" fmla="*/ 4232 h 62561"/>
                <a:gd name="connsiteX10" fmla="*/ 10408 w 28437"/>
                <a:gd name="connsiteY10" fmla="*/ 1451 h 62561"/>
                <a:gd name="connsiteX11" fmla="*/ 7161 w 28437"/>
                <a:gd name="connsiteY11" fmla="*/ 5671 h 62561"/>
                <a:gd name="connsiteX12" fmla="*/ 8065 w 28437"/>
                <a:gd name="connsiteY12" fmla="*/ 22046 h 62561"/>
                <a:gd name="connsiteX13" fmla="*/ 6103 w 28437"/>
                <a:gd name="connsiteY13" fmla="*/ 6900 h 62561"/>
                <a:gd name="connsiteX14" fmla="*/ 2639 w 28437"/>
                <a:gd name="connsiteY14" fmla="*/ 5381 h 62561"/>
                <a:gd name="connsiteX15" fmla="*/ 0 w 28437"/>
                <a:gd name="connsiteY15" fmla="*/ 7986 h 62561"/>
                <a:gd name="connsiteX16" fmla="*/ 3077 w 28437"/>
                <a:gd name="connsiteY16" fmla="*/ 44841 h 62561"/>
                <a:gd name="connsiteX17" fmla="*/ 5130 w 28437"/>
                <a:gd name="connsiteY17" fmla="*/ 50898 h 62561"/>
                <a:gd name="connsiteX18" fmla="*/ 9669 w 28437"/>
                <a:gd name="connsiteY18" fmla="*/ 55368 h 62561"/>
                <a:gd name="connsiteX19" fmla="*/ 9578 w 28437"/>
                <a:gd name="connsiteY19" fmla="*/ 63666 h 62561"/>
                <a:gd name="connsiteX20" fmla="*/ 28932 w 28437"/>
                <a:gd name="connsiteY20" fmla="*/ 64724 h 62561"/>
                <a:gd name="connsiteX21" fmla="*/ 28016 w 28437"/>
                <a:gd name="connsiteY21" fmla="*/ 54191 h 62561"/>
                <a:gd name="connsiteX22" fmla="*/ 31901 w 28437"/>
                <a:gd name="connsiteY22" fmla="*/ 53355 h 62561"/>
                <a:gd name="connsiteX23" fmla="*/ 31929 w 28437"/>
                <a:gd name="connsiteY23" fmla="*/ 53247 h 62561"/>
                <a:gd name="connsiteX24" fmla="*/ 32993 w 28437"/>
                <a:gd name="connsiteY24" fmla="*/ 35007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8437" h="62561">
                  <a:moveTo>
                    <a:pt x="32993" y="35007"/>
                  </a:moveTo>
                  <a:cubicBezTo>
                    <a:pt x="32714" y="24611"/>
                    <a:pt x="32436" y="14214"/>
                    <a:pt x="32157" y="3817"/>
                  </a:cubicBezTo>
                  <a:cubicBezTo>
                    <a:pt x="32145" y="1929"/>
                    <a:pt x="30593" y="439"/>
                    <a:pt x="28835" y="467"/>
                  </a:cubicBezTo>
                  <a:cubicBezTo>
                    <a:pt x="27237" y="490"/>
                    <a:pt x="25827" y="1764"/>
                    <a:pt x="25639" y="3459"/>
                  </a:cubicBezTo>
                  <a:cubicBezTo>
                    <a:pt x="25298" y="9249"/>
                    <a:pt x="24962" y="15033"/>
                    <a:pt x="24621" y="20817"/>
                  </a:cubicBezTo>
                  <a:cubicBezTo>
                    <a:pt x="24024" y="15067"/>
                    <a:pt x="23421" y="9317"/>
                    <a:pt x="22818" y="3567"/>
                  </a:cubicBezTo>
                  <a:cubicBezTo>
                    <a:pt x="22841" y="1719"/>
                    <a:pt x="21476" y="200"/>
                    <a:pt x="19832" y="18"/>
                  </a:cubicBezTo>
                  <a:cubicBezTo>
                    <a:pt x="17967" y="-187"/>
                    <a:pt x="16118" y="1383"/>
                    <a:pt x="16078" y="3510"/>
                  </a:cubicBezTo>
                  <a:cubicBezTo>
                    <a:pt x="16130" y="9243"/>
                    <a:pt x="16181" y="14976"/>
                    <a:pt x="16238" y="20709"/>
                  </a:cubicBezTo>
                  <a:cubicBezTo>
                    <a:pt x="15447" y="15215"/>
                    <a:pt x="14657" y="9726"/>
                    <a:pt x="13860" y="4232"/>
                  </a:cubicBezTo>
                  <a:cubicBezTo>
                    <a:pt x="13411" y="2526"/>
                    <a:pt x="11909" y="1394"/>
                    <a:pt x="10408" y="1451"/>
                  </a:cubicBezTo>
                  <a:cubicBezTo>
                    <a:pt x="8543" y="1519"/>
                    <a:pt x="6870" y="3419"/>
                    <a:pt x="7161" y="5671"/>
                  </a:cubicBezTo>
                  <a:cubicBezTo>
                    <a:pt x="7462" y="11131"/>
                    <a:pt x="7763" y="16591"/>
                    <a:pt x="8065" y="22046"/>
                  </a:cubicBezTo>
                  <a:cubicBezTo>
                    <a:pt x="7411" y="17001"/>
                    <a:pt x="6757" y="11950"/>
                    <a:pt x="6103" y="6900"/>
                  </a:cubicBezTo>
                  <a:cubicBezTo>
                    <a:pt x="5369" y="5728"/>
                    <a:pt x="3987" y="5120"/>
                    <a:pt x="2639" y="5381"/>
                  </a:cubicBezTo>
                  <a:cubicBezTo>
                    <a:pt x="1319" y="5631"/>
                    <a:pt x="279" y="6661"/>
                    <a:pt x="0" y="7986"/>
                  </a:cubicBezTo>
                  <a:cubicBezTo>
                    <a:pt x="1211" y="26357"/>
                    <a:pt x="2451" y="39984"/>
                    <a:pt x="3077" y="44841"/>
                  </a:cubicBezTo>
                  <a:cubicBezTo>
                    <a:pt x="3230" y="46024"/>
                    <a:pt x="3572" y="48412"/>
                    <a:pt x="5130" y="50898"/>
                  </a:cubicBezTo>
                  <a:cubicBezTo>
                    <a:pt x="6677" y="53366"/>
                    <a:pt x="8628" y="54737"/>
                    <a:pt x="9669" y="55368"/>
                  </a:cubicBezTo>
                  <a:cubicBezTo>
                    <a:pt x="9629" y="57888"/>
                    <a:pt x="9600" y="60697"/>
                    <a:pt x="9578" y="63666"/>
                  </a:cubicBezTo>
                  <a:cubicBezTo>
                    <a:pt x="16027" y="64019"/>
                    <a:pt x="22482" y="64371"/>
                    <a:pt x="28932" y="64724"/>
                  </a:cubicBezTo>
                  <a:cubicBezTo>
                    <a:pt x="28631" y="61215"/>
                    <a:pt x="28324" y="57700"/>
                    <a:pt x="28016" y="54191"/>
                  </a:cubicBezTo>
                  <a:cubicBezTo>
                    <a:pt x="29239" y="54049"/>
                    <a:pt x="30576" y="53787"/>
                    <a:pt x="31901" y="53355"/>
                  </a:cubicBezTo>
                  <a:lnTo>
                    <a:pt x="31929" y="53247"/>
                  </a:lnTo>
                  <a:cubicBezTo>
                    <a:pt x="34875" y="46860"/>
                    <a:pt x="32993" y="35007"/>
                    <a:pt x="32993" y="35007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E0E3A15B-F08A-A07C-F92B-B506FF541641}"/>
                </a:ext>
              </a:extLst>
            </p:cNvPr>
            <p:cNvSpPr/>
            <p:nvPr/>
          </p:nvSpPr>
          <p:spPr>
            <a:xfrm>
              <a:off x="8053991" y="3553972"/>
              <a:ext cx="51187" cy="62562"/>
            </a:xfrm>
            <a:custGeom>
              <a:avLst/>
              <a:gdLst>
                <a:gd name="connsiteX0" fmla="*/ 8386 w 51187"/>
                <a:gd name="connsiteY0" fmla="*/ 51244 h 62561"/>
                <a:gd name="connsiteX1" fmla="*/ 11110 w 51187"/>
                <a:gd name="connsiteY1" fmla="*/ 50669 h 62561"/>
                <a:gd name="connsiteX2" fmla="*/ 12572 w 51187"/>
                <a:gd name="connsiteY2" fmla="*/ 46683 h 62561"/>
                <a:gd name="connsiteX3" fmla="*/ 10354 w 51187"/>
                <a:gd name="connsiteY3" fmla="*/ 35774 h 62561"/>
                <a:gd name="connsiteX4" fmla="*/ 24015 w 51187"/>
                <a:gd name="connsiteY4" fmla="*/ 63830 h 62561"/>
                <a:gd name="connsiteX5" fmla="*/ 28423 w 51187"/>
                <a:gd name="connsiteY5" fmla="*/ 65502 h 62561"/>
                <a:gd name="connsiteX6" fmla="*/ 30095 w 51187"/>
                <a:gd name="connsiteY6" fmla="*/ 61459 h 62561"/>
                <a:gd name="connsiteX7" fmla="*/ 23844 w 51187"/>
                <a:gd name="connsiteY7" fmla="*/ 45232 h 62561"/>
                <a:gd name="connsiteX8" fmla="*/ 32620 w 51187"/>
                <a:gd name="connsiteY8" fmla="*/ 60196 h 62561"/>
                <a:gd name="connsiteX9" fmla="*/ 36806 w 51187"/>
                <a:gd name="connsiteY9" fmla="*/ 62192 h 62561"/>
                <a:gd name="connsiteX10" fmla="*/ 38779 w 51187"/>
                <a:gd name="connsiteY10" fmla="*/ 57460 h 62561"/>
                <a:gd name="connsiteX11" fmla="*/ 31522 w 51187"/>
                <a:gd name="connsiteY11" fmla="*/ 41865 h 62561"/>
                <a:gd name="connsiteX12" fmla="*/ 40497 w 51187"/>
                <a:gd name="connsiteY12" fmla="*/ 55885 h 62561"/>
                <a:gd name="connsiteX13" fmla="*/ 44791 w 51187"/>
                <a:gd name="connsiteY13" fmla="*/ 56988 h 62561"/>
                <a:gd name="connsiteX14" fmla="*/ 46008 w 51187"/>
                <a:gd name="connsiteY14" fmla="*/ 51801 h 62561"/>
                <a:gd name="connsiteX15" fmla="*/ 38415 w 51187"/>
                <a:gd name="connsiteY15" fmla="*/ 37264 h 62561"/>
                <a:gd name="connsiteX16" fmla="*/ 46463 w 51187"/>
                <a:gd name="connsiteY16" fmla="*/ 50243 h 62561"/>
                <a:gd name="connsiteX17" fmla="*/ 50245 w 51187"/>
                <a:gd name="connsiteY17" fmla="*/ 50198 h 62561"/>
                <a:gd name="connsiteX18" fmla="*/ 51565 w 51187"/>
                <a:gd name="connsiteY18" fmla="*/ 46740 h 62561"/>
                <a:gd name="connsiteX19" fmla="*/ 33524 w 51187"/>
                <a:gd name="connsiteY19" fmla="*/ 14452 h 62561"/>
                <a:gd name="connsiteX20" fmla="*/ 29151 w 51187"/>
                <a:gd name="connsiteY20" fmla="*/ 9783 h 62561"/>
                <a:gd name="connsiteX21" fmla="*/ 23173 w 51187"/>
                <a:gd name="connsiteY21" fmla="*/ 7593 h 62561"/>
                <a:gd name="connsiteX22" fmla="*/ 19823 w 51187"/>
                <a:gd name="connsiteY22" fmla="*/ 0 h 62561"/>
                <a:gd name="connsiteX23" fmla="*/ 1765 w 51187"/>
                <a:gd name="connsiteY23" fmla="*/ 7041 h 62561"/>
                <a:gd name="connsiteX24" fmla="*/ 6952 w 51187"/>
                <a:gd name="connsiteY24" fmla="*/ 16249 h 62561"/>
                <a:gd name="connsiteX25" fmla="*/ 3762 w 51187"/>
                <a:gd name="connsiteY25" fmla="*/ 18621 h 62561"/>
                <a:gd name="connsiteX26" fmla="*/ 241 w 51187"/>
                <a:gd name="connsiteY26" fmla="*/ 24132 h 62561"/>
                <a:gd name="connsiteX27" fmla="*/ 48 w 51187"/>
                <a:gd name="connsiteY27" fmla="*/ 24996 h 62561"/>
                <a:gd name="connsiteX28" fmla="*/ 1578 w 51187"/>
                <a:gd name="connsiteY28" fmla="*/ 34557 h 62561"/>
                <a:gd name="connsiteX29" fmla="*/ 5508 w 51187"/>
                <a:gd name="connsiteY29" fmla="*/ 47405 h 62561"/>
                <a:gd name="connsiteX30" fmla="*/ 8386 w 51187"/>
                <a:gd name="connsiteY30" fmla="*/ 51244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1187" h="62561">
                  <a:moveTo>
                    <a:pt x="8386" y="51244"/>
                  </a:moveTo>
                  <a:cubicBezTo>
                    <a:pt x="9335" y="51506"/>
                    <a:pt x="10376" y="51193"/>
                    <a:pt x="11110" y="50669"/>
                  </a:cubicBezTo>
                  <a:cubicBezTo>
                    <a:pt x="12270" y="49839"/>
                    <a:pt x="12828" y="48298"/>
                    <a:pt x="12572" y="46683"/>
                  </a:cubicBezTo>
                  <a:cubicBezTo>
                    <a:pt x="11832" y="43048"/>
                    <a:pt x="11093" y="39408"/>
                    <a:pt x="10354" y="35774"/>
                  </a:cubicBezTo>
                  <a:cubicBezTo>
                    <a:pt x="14909" y="45124"/>
                    <a:pt x="19459" y="54480"/>
                    <a:pt x="24015" y="63830"/>
                  </a:cubicBezTo>
                  <a:cubicBezTo>
                    <a:pt x="24805" y="65536"/>
                    <a:pt x="26830" y="66259"/>
                    <a:pt x="28423" y="65502"/>
                  </a:cubicBezTo>
                  <a:cubicBezTo>
                    <a:pt x="29867" y="64820"/>
                    <a:pt x="30623" y="63079"/>
                    <a:pt x="30095" y="61459"/>
                  </a:cubicBezTo>
                  <a:cubicBezTo>
                    <a:pt x="28013" y="56050"/>
                    <a:pt x="25926" y="50641"/>
                    <a:pt x="23844" y="45232"/>
                  </a:cubicBezTo>
                  <a:cubicBezTo>
                    <a:pt x="26767" y="50220"/>
                    <a:pt x="29697" y="55208"/>
                    <a:pt x="32620" y="60196"/>
                  </a:cubicBezTo>
                  <a:cubicBezTo>
                    <a:pt x="33365" y="61885"/>
                    <a:pt x="35236" y="62704"/>
                    <a:pt x="36806" y="62192"/>
                  </a:cubicBezTo>
                  <a:cubicBezTo>
                    <a:pt x="38592" y="61607"/>
                    <a:pt x="39627" y="59411"/>
                    <a:pt x="38779" y="57460"/>
                  </a:cubicBezTo>
                  <a:cubicBezTo>
                    <a:pt x="36362" y="52262"/>
                    <a:pt x="33945" y="47064"/>
                    <a:pt x="31522" y="41865"/>
                  </a:cubicBezTo>
                  <a:cubicBezTo>
                    <a:pt x="34514" y="46541"/>
                    <a:pt x="37505" y="51210"/>
                    <a:pt x="40497" y="55885"/>
                  </a:cubicBezTo>
                  <a:cubicBezTo>
                    <a:pt x="41618" y="57250"/>
                    <a:pt x="43449" y="57659"/>
                    <a:pt x="44791" y="56988"/>
                  </a:cubicBezTo>
                  <a:cubicBezTo>
                    <a:pt x="46469" y="56152"/>
                    <a:pt x="47203" y="53735"/>
                    <a:pt x="46008" y="51801"/>
                  </a:cubicBezTo>
                  <a:cubicBezTo>
                    <a:pt x="43477" y="46956"/>
                    <a:pt x="40941" y="42110"/>
                    <a:pt x="38415" y="37264"/>
                  </a:cubicBezTo>
                  <a:cubicBezTo>
                    <a:pt x="41094" y="41593"/>
                    <a:pt x="43779" y="45921"/>
                    <a:pt x="46463" y="50243"/>
                  </a:cubicBezTo>
                  <a:cubicBezTo>
                    <a:pt x="47612" y="51011"/>
                    <a:pt x="49125" y="50994"/>
                    <a:pt x="50245" y="50198"/>
                  </a:cubicBezTo>
                  <a:cubicBezTo>
                    <a:pt x="51337" y="49424"/>
                    <a:pt x="51860" y="48053"/>
                    <a:pt x="51565" y="46740"/>
                  </a:cubicBezTo>
                  <a:cubicBezTo>
                    <a:pt x="42869" y="30508"/>
                    <a:pt x="36106" y="18615"/>
                    <a:pt x="33524" y="14452"/>
                  </a:cubicBezTo>
                  <a:cubicBezTo>
                    <a:pt x="32899" y="13440"/>
                    <a:pt x="31602" y="11403"/>
                    <a:pt x="29151" y="9783"/>
                  </a:cubicBezTo>
                  <a:cubicBezTo>
                    <a:pt x="26722" y="8179"/>
                    <a:pt x="24384" y="7735"/>
                    <a:pt x="23173" y="7593"/>
                  </a:cubicBezTo>
                  <a:cubicBezTo>
                    <a:pt x="22161" y="5278"/>
                    <a:pt x="21029" y="2707"/>
                    <a:pt x="19823" y="0"/>
                  </a:cubicBezTo>
                  <a:cubicBezTo>
                    <a:pt x="13800" y="2349"/>
                    <a:pt x="7783" y="4692"/>
                    <a:pt x="1765" y="7041"/>
                  </a:cubicBezTo>
                  <a:cubicBezTo>
                    <a:pt x="3495" y="10112"/>
                    <a:pt x="5223" y="13183"/>
                    <a:pt x="6952" y="16249"/>
                  </a:cubicBezTo>
                  <a:cubicBezTo>
                    <a:pt x="5895" y="16886"/>
                    <a:pt x="4786" y="17677"/>
                    <a:pt x="3762" y="18621"/>
                  </a:cubicBezTo>
                  <a:cubicBezTo>
                    <a:pt x="2198" y="20065"/>
                    <a:pt x="838" y="21885"/>
                    <a:pt x="241" y="24132"/>
                  </a:cubicBezTo>
                  <a:lnTo>
                    <a:pt x="48" y="24996"/>
                  </a:lnTo>
                  <a:cubicBezTo>
                    <a:pt x="-140" y="26356"/>
                    <a:pt x="196" y="28204"/>
                    <a:pt x="1578" y="34557"/>
                  </a:cubicBezTo>
                  <a:cubicBezTo>
                    <a:pt x="1578" y="34557"/>
                    <a:pt x="2493" y="38771"/>
                    <a:pt x="5508" y="47405"/>
                  </a:cubicBezTo>
                  <a:cubicBezTo>
                    <a:pt x="5974" y="48741"/>
                    <a:pt x="6719" y="50783"/>
                    <a:pt x="8386" y="51244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9FBDCA2-2486-D36A-45A3-BA2BBD5CA4B0}"/>
                </a:ext>
              </a:extLst>
            </p:cNvPr>
            <p:cNvSpPr/>
            <p:nvPr/>
          </p:nvSpPr>
          <p:spPr>
            <a:xfrm>
              <a:off x="7912358" y="3294767"/>
              <a:ext cx="45500" cy="73937"/>
            </a:xfrm>
            <a:custGeom>
              <a:avLst/>
              <a:gdLst>
                <a:gd name="connsiteX0" fmla="*/ 3670 w 45499"/>
                <a:gd name="connsiteY0" fmla="*/ 14475 h 73936"/>
                <a:gd name="connsiteX1" fmla="*/ 1827 w 45499"/>
                <a:gd name="connsiteY1" fmla="*/ 45329 h 73936"/>
                <a:gd name="connsiteX2" fmla="*/ 7509 w 45499"/>
                <a:gd name="connsiteY2" fmla="*/ 71662 h 73936"/>
                <a:gd name="connsiteX3" fmla="*/ 35041 w 45499"/>
                <a:gd name="connsiteY3" fmla="*/ 66424 h 73936"/>
                <a:gd name="connsiteX4" fmla="*/ 46269 w 45499"/>
                <a:gd name="connsiteY4" fmla="*/ 52296 h 73936"/>
                <a:gd name="connsiteX5" fmla="*/ 40456 w 45499"/>
                <a:gd name="connsiteY5" fmla="*/ 38914 h 73936"/>
                <a:gd name="connsiteX6" fmla="*/ 32164 w 45499"/>
                <a:gd name="connsiteY6" fmla="*/ 0 h 73936"/>
                <a:gd name="connsiteX7" fmla="*/ 3670 w 45499"/>
                <a:gd name="connsiteY7" fmla="*/ 14475 h 7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5499" h="73936">
                  <a:moveTo>
                    <a:pt x="3670" y="14475"/>
                  </a:moveTo>
                  <a:cubicBezTo>
                    <a:pt x="3055" y="24757"/>
                    <a:pt x="2441" y="35046"/>
                    <a:pt x="1827" y="45329"/>
                  </a:cubicBezTo>
                  <a:cubicBezTo>
                    <a:pt x="-2126" y="55947"/>
                    <a:pt x="593" y="66907"/>
                    <a:pt x="7509" y="71662"/>
                  </a:cubicBezTo>
                  <a:cubicBezTo>
                    <a:pt x="18099" y="78936"/>
                    <a:pt x="33068" y="67885"/>
                    <a:pt x="35041" y="66424"/>
                  </a:cubicBezTo>
                  <a:cubicBezTo>
                    <a:pt x="41406" y="61737"/>
                    <a:pt x="44670" y="55834"/>
                    <a:pt x="46269" y="52296"/>
                  </a:cubicBezTo>
                  <a:cubicBezTo>
                    <a:pt x="44233" y="48230"/>
                    <a:pt x="42259" y="43765"/>
                    <a:pt x="40456" y="38914"/>
                  </a:cubicBezTo>
                  <a:cubicBezTo>
                    <a:pt x="35041" y="24359"/>
                    <a:pt x="32892" y="10909"/>
                    <a:pt x="32164" y="0"/>
                  </a:cubicBezTo>
                  <a:cubicBezTo>
                    <a:pt x="22666" y="4829"/>
                    <a:pt x="13168" y="9652"/>
                    <a:pt x="3670" y="14475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03AACE42-B6F7-619D-8CEA-2DB1E2ABAC40}"/>
                </a:ext>
              </a:extLst>
            </p:cNvPr>
            <p:cNvSpPr/>
            <p:nvPr/>
          </p:nvSpPr>
          <p:spPr>
            <a:xfrm>
              <a:off x="7915294" y="3309008"/>
              <a:ext cx="28437" cy="11375"/>
            </a:xfrm>
            <a:custGeom>
              <a:avLst/>
              <a:gdLst>
                <a:gd name="connsiteX0" fmla="*/ 30923 w 28437"/>
                <a:gd name="connsiteY0" fmla="*/ 0 h 11374"/>
                <a:gd name="connsiteX1" fmla="*/ 597 w 28437"/>
                <a:gd name="connsiteY1" fmla="*/ 6313 h 11374"/>
                <a:gd name="connsiteX2" fmla="*/ 358 w 28437"/>
                <a:gd name="connsiteY2" fmla="*/ 6575 h 11374"/>
                <a:gd name="connsiteX3" fmla="*/ 0 w 28437"/>
                <a:gd name="connsiteY3" fmla="*/ 12023 h 11374"/>
                <a:gd name="connsiteX4" fmla="*/ 19161 w 28437"/>
                <a:gd name="connsiteY4" fmla="*/ 13508 h 11374"/>
                <a:gd name="connsiteX5" fmla="*/ 27760 w 28437"/>
                <a:gd name="connsiteY5" fmla="*/ 10550 h 11374"/>
                <a:gd name="connsiteX6" fmla="*/ 31560 w 28437"/>
                <a:gd name="connsiteY6" fmla="*/ 3521 h 11374"/>
                <a:gd name="connsiteX7" fmla="*/ 30923 w 28437"/>
                <a:gd name="connsiteY7" fmla="*/ 0 h 1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437" h="11374">
                  <a:moveTo>
                    <a:pt x="30923" y="0"/>
                  </a:moveTo>
                  <a:cubicBezTo>
                    <a:pt x="20810" y="2099"/>
                    <a:pt x="10704" y="4209"/>
                    <a:pt x="597" y="6313"/>
                  </a:cubicBezTo>
                  <a:lnTo>
                    <a:pt x="358" y="6575"/>
                  </a:lnTo>
                  <a:cubicBezTo>
                    <a:pt x="239" y="8395"/>
                    <a:pt x="119" y="10209"/>
                    <a:pt x="0" y="12023"/>
                  </a:cubicBezTo>
                  <a:cubicBezTo>
                    <a:pt x="8440" y="14014"/>
                    <a:pt x="15043" y="13889"/>
                    <a:pt x="19161" y="13508"/>
                  </a:cubicBezTo>
                  <a:cubicBezTo>
                    <a:pt x="23097" y="13132"/>
                    <a:pt x="25622" y="12439"/>
                    <a:pt x="27760" y="10550"/>
                  </a:cubicBezTo>
                  <a:cubicBezTo>
                    <a:pt x="30399" y="8224"/>
                    <a:pt x="31247" y="5136"/>
                    <a:pt x="31560" y="3521"/>
                  </a:cubicBezTo>
                  <a:cubicBezTo>
                    <a:pt x="31344" y="2343"/>
                    <a:pt x="31127" y="1172"/>
                    <a:pt x="30923" y="0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D8177F1-7298-E902-37F1-1AE8A6FF4A64}"/>
                </a:ext>
              </a:extLst>
            </p:cNvPr>
            <p:cNvSpPr/>
            <p:nvPr/>
          </p:nvSpPr>
          <p:spPr>
            <a:xfrm>
              <a:off x="7749402" y="3203102"/>
              <a:ext cx="159248" cy="193373"/>
            </a:xfrm>
            <a:custGeom>
              <a:avLst/>
              <a:gdLst>
                <a:gd name="connsiteX0" fmla="*/ 163310 w 159248"/>
                <a:gd name="connsiteY0" fmla="*/ 132671 h 193373"/>
                <a:gd name="connsiteX1" fmla="*/ 140685 w 159248"/>
                <a:gd name="connsiteY1" fmla="*/ 172074 h 193373"/>
                <a:gd name="connsiteX2" fmla="*/ 123878 w 159248"/>
                <a:gd name="connsiteY2" fmla="*/ 196063 h 193373"/>
                <a:gd name="connsiteX3" fmla="*/ 36656 w 159248"/>
                <a:gd name="connsiteY3" fmla="*/ 148397 h 193373"/>
                <a:gd name="connsiteX4" fmla="*/ 16016 w 159248"/>
                <a:gd name="connsiteY4" fmla="*/ 126779 h 193373"/>
                <a:gd name="connsiteX5" fmla="*/ 1274 w 159248"/>
                <a:gd name="connsiteY5" fmla="*/ 73709 h 193373"/>
                <a:gd name="connsiteX6" fmla="*/ 3242 w 159248"/>
                <a:gd name="connsiteY6" fmla="*/ 0 h 193373"/>
                <a:gd name="connsiteX7" fmla="*/ 34688 w 159248"/>
                <a:gd name="connsiteY7" fmla="*/ 0 h 193373"/>
                <a:gd name="connsiteX8" fmla="*/ 65645 w 159248"/>
                <a:gd name="connsiteY8" fmla="*/ 88451 h 193373"/>
                <a:gd name="connsiteX9" fmla="*/ 122400 w 159248"/>
                <a:gd name="connsiteY9" fmla="*/ 121620 h 193373"/>
                <a:gd name="connsiteX10" fmla="*/ 163310 w 159248"/>
                <a:gd name="connsiteY10" fmla="*/ 132671 h 193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9248" h="193373">
                  <a:moveTo>
                    <a:pt x="163310" y="132671"/>
                  </a:moveTo>
                  <a:cubicBezTo>
                    <a:pt x="157065" y="145070"/>
                    <a:pt x="149609" y="158333"/>
                    <a:pt x="140685" y="172074"/>
                  </a:cubicBezTo>
                  <a:cubicBezTo>
                    <a:pt x="135088" y="180696"/>
                    <a:pt x="129441" y="188687"/>
                    <a:pt x="123878" y="196063"/>
                  </a:cubicBezTo>
                  <a:cubicBezTo>
                    <a:pt x="97324" y="185905"/>
                    <a:pt x="64519" y="170487"/>
                    <a:pt x="36656" y="148397"/>
                  </a:cubicBezTo>
                  <a:cubicBezTo>
                    <a:pt x="29103" y="142414"/>
                    <a:pt x="22193" y="136163"/>
                    <a:pt x="16016" y="126779"/>
                  </a:cubicBezTo>
                  <a:cubicBezTo>
                    <a:pt x="10090" y="117781"/>
                    <a:pt x="4118" y="104791"/>
                    <a:pt x="1274" y="73709"/>
                  </a:cubicBezTo>
                  <a:cubicBezTo>
                    <a:pt x="-335" y="56061"/>
                    <a:pt x="-1109" y="30735"/>
                    <a:pt x="3242" y="0"/>
                  </a:cubicBezTo>
                  <a:lnTo>
                    <a:pt x="34688" y="0"/>
                  </a:lnTo>
                  <a:cubicBezTo>
                    <a:pt x="45011" y="29484"/>
                    <a:pt x="55328" y="58967"/>
                    <a:pt x="65645" y="88451"/>
                  </a:cubicBezTo>
                  <a:cubicBezTo>
                    <a:pt x="78345" y="98893"/>
                    <a:pt x="97216" y="111918"/>
                    <a:pt x="122400" y="121620"/>
                  </a:cubicBezTo>
                  <a:cubicBezTo>
                    <a:pt x="137585" y="127467"/>
                    <a:pt x="151576" y="130771"/>
                    <a:pt x="163310" y="132671"/>
                  </a:cubicBezTo>
                  <a:close/>
                </a:path>
              </a:pathLst>
            </a:custGeom>
            <a:solidFill>
              <a:schemeClr val="accent1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B2EBBC69-DB38-1009-DC38-7442344D55EE}"/>
                </a:ext>
              </a:extLst>
            </p:cNvPr>
            <p:cNvSpPr/>
            <p:nvPr/>
          </p:nvSpPr>
          <p:spPr>
            <a:xfrm>
              <a:off x="7950505" y="3335773"/>
              <a:ext cx="125124" cy="233185"/>
            </a:xfrm>
            <a:custGeom>
              <a:avLst/>
              <a:gdLst>
                <a:gd name="connsiteX0" fmla="*/ 0 w 125123"/>
                <a:gd name="connsiteY0" fmla="*/ 52359 h 233185"/>
                <a:gd name="connsiteX1" fmla="*/ 31719 w 125123"/>
                <a:gd name="connsiteY1" fmla="*/ 19827 h 233185"/>
                <a:gd name="connsiteX2" fmla="*/ 28915 w 125123"/>
                <a:gd name="connsiteY2" fmla="*/ 0 h 233185"/>
                <a:gd name="connsiteX3" fmla="*/ 70928 w 125123"/>
                <a:gd name="connsiteY3" fmla="*/ 17694 h 233185"/>
                <a:gd name="connsiteX4" fmla="*/ 112202 w 125123"/>
                <a:gd name="connsiteY4" fmla="*/ 118674 h 233185"/>
                <a:gd name="connsiteX5" fmla="*/ 128417 w 125123"/>
                <a:gd name="connsiteY5" fmla="*/ 221128 h 233185"/>
                <a:gd name="connsiteX6" fmla="*/ 102624 w 125123"/>
                <a:gd name="connsiteY6" fmla="*/ 235870 h 233185"/>
                <a:gd name="connsiteX7" fmla="*/ 38498 w 125123"/>
                <a:gd name="connsiteY7" fmla="*/ 82553 h 233185"/>
                <a:gd name="connsiteX8" fmla="*/ 0 w 125123"/>
                <a:gd name="connsiteY8" fmla="*/ 52359 h 233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5123" h="233185">
                  <a:moveTo>
                    <a:pt x="0" y="52359"/>
                  </a:moveTo>
                  <a:cubicBezTo>
                    <a:pt x="16977" y="47200"/>
                    <a:pt x="29421" y="34682"/>
                    <a:pt x="31719" y="19827"/>
                  </a:cubicBezTo>
                  <a:cubicBezTo>
                    <a:pt x="33021" y="11437"/>
                    <a:pt x="30769" y="4306"/>
                    <a:pt x="28915" y="0"/>
                  </a:cubicBezTo>
                  <a:cubicBezTo>
                    <a:pt x="39789" y="1735"/>
                    <a:pt x="56050" y="5938"/>
                    <a:pt x="70928" y="17694"/>
                  </a:cubicBezTo>
                  <a:cubicBezTo>
                    <a:pt x="87945" y="31145"/>
                    <a:pt x="98307" y="50664"/>
                    <a:pt x="112202" y="118674"/>
                  </a:cubicBezTo>
                  <a:cubicBezTo>
                    <a:pt x="117519" y="144706"/>
                    <a:pt x="123696" y="179479"/>
                    <a:pt x="128417" y="221128"/>
                  </a:cubicBezTo>
                  <a:cubicBezTo>
                    <a:pt x="119817" y="226042"/>
                    <a:pt x="111224" y="230956"/>
                    <a:pt x="102624" y="235870"/>
                  </a:cubicBezTo>
                  <a:cubicBezTo>
                    <a:pt x="81245" y="184762"/>
                    <a:pt x="59872" y="133661"/>
                    <a:pt x="38498" y="82553"/>
                  </a:cubicBezTo>
                  <a:cubicBezTo>
                    <a:pt x="25662" y="72492"/>
                    <a:pt x="12831" y="62425"/>
                    <a:pt x="0" y="52359"/>
                  </a:cubicBezTo>
                  <a:close/>
                </a:path>
              </a:pathLst>
            </a:custGeom>
            <a:solidFill>
              <a:schemeClr val="accent1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C7A065FE-CFA0-A738-35DF-283EF36843D8}"/>
                </a:ext>
              </a:extLst>
            </p:cNvPr>
            <p:cNvSpPr/>
            <p:nvPr/>
          </p:nvSpPr>
          <p:spPr>
            <a:xfrm>
              <a:off x="7868116" y="3330615"/>
              <a:ext cx="113749" cy="159248"/>
            </a:xfrm>
            <a:custGeom>
              <a:avLst/>
              <a:gdLst>
                <a:gd name="connsiteX0" fmla="*/ 119408 w 113748"/>
                <a:gd name="connsiteY0" fmla="*/ 8110 h 159248"/>
                <a:gd name="connsiteX1" fmla="*/ 86978 w 113748"/>
                <a:gd name="connsiteY1" fmla="*/ 4800 h 159248"/>
                <a:gd name="connsiteX2" fmla="*/ 47177 w 113748"/>
                <a:gd name="connsiteY2" fmla="*/ 4430 h 159248"/>
                <a:gd name="connsiteX3" fmla="*/ 18433 w 113748"/>
                <a:gd name="connsiteY3" fmla="*/ 0 h 159248"/>
                <a:gd name="connsiteX4" fmla="*/ 7007 w 113748"/>
                <a:gd name="connsiteY4" fmla="*/ 37594 h 159248"/>
                <a:gd name="connsiteX5" fmla="*/ 0 w 113748"/>
                <a:gd name="connsiteY5" fmla="*/ 66338 h 159248"/>
                <a:gd name="connsiteX6" fmla="*/ 5392 w 113748"/>
                <a:gd name="connsiteY6" fmla="*/ 161637 h 159248"/>
                <a:gd name="connsiteX7" fmla="*/ 62482 w 113748"/>
                <a:gd name="connsiteY7" fmla="*/ 163821 h 159248"/>
                <a:gd name="connsiteX8" fmla="*/ 106833 w 113748"/>
                <a:gd name="connsiteY8" fmla="*/ 158139 h 159248"/>
                <a:gd name="connsiteX9" fmla="*/ 119408 w 113748"/>
                <a:gd name="connsiteY9" fmla="*/ 8110 h 15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48" h="159248">
                  <a:moveTo>
                    <a:pt x="119408" y="8110"/>
                  </a:moveTo>
                  <a:cubicBezTo>
                    <a:pt x="109398" y="6666"/>
                    <a:pt x="98552" y="5488"/>
                    <a:pt x="86978" y="4800"/>
                  </a:cubicBezTo>
                  <a:cubicBezTo>
                    <a:pt x="72646" y="3930"/>
                    <a:pt x="59314" y="3918"/>
                    <a:pt x="47177" y="4430"/>
                  </a:cubicBezTo>
                  <a:cubicBezTo>
                    <a:pt x="37594" y="2952"/>
                    <a:pt x="28011" y="1473"/>
                    <a:pt x="18433" y="0"/>
                  </a:cubicBezTo>
                  <a:cubicBezTo>
                    <a:pt x="14440" y="11767"/>
                    <a:pt x="10584" y="24308"/>
                    <a:pt x="7007" y="37594"/>
                  </a:cubicBezTo>
                  <a:cubicBezTo>
                    <a:pt x="4345" y="47479"/>
                    <a:pt x="2025" y="57079"/>
                    <a:pt x="0" y="66338"/>
                  </a:cubicBezTo>
                  <a:cubicBezTo>
                    <a:pt x="1797" y="98103"/>
                    <a:pt x="3594" y="129867"/>
                    <a:pt x="5392" y="161637"/>
                  </a:cubicBezTo>
                  <a:cubicBezTo>
                    <a:pt x="21396" y="163741"/>
                    <a:pt x="40699" y="165010"/>
                    <a:pt x="62482" y="163821"/>
                  </a:cubicBezTo>
                  <a:cubicBezTo>
                    <a:pt x="79073" y="162911"/>
                    <a:pt x="93962" y="160750"/>
                    <a:pt x="106833" y="158139"/>
                  </a:cubicBezTo>
                  <a:cubicBezTo>
                    <a:pt x="111025" y="108130"/>
                    <a:pt x="115216" y="58120"/>
                    <a:pt x="119408" y="8110"/>
                  </a:cubicBezTo>
                  <a:close/>
                </a:path>
              </a:pathLst>
            </a:custGeom>
            <a:solidFill>
              <a:schemeClr val="accent1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35F1D00-A665-1D5C-A203-D261F16BCF87}"/>
                </a:ext>
              </a:extLst>
            </p:cNvPr>
            <p:cNvSpPr/>
            <p:nvPr/>
          </p:nvSpPr>
          <p:spPr>
            <a:xfrm>
              <a:off x="7906487" y="3215294"/>
              <a:ext cx="136499" cy="318497"/>
            </a:xfrm>
            <a:custGeom>
              <a:avLst/>
              <a:gdLst>
                <a:gd name="connsiteX0" fmla="*/ 29179 w 136498"/>
                <a:gd name="connsiteY0" fmla="*/ 6663 h 318496"/>
                <a:gd name="connsiteX1" fmla="*/ 56860 w 136498"/>
                <a:gd name="connsiteY1" fmla="*/ 3 h 318496"/>
                <a:gd name="connsiteX2" fmla="*/ 106096 w 136498"/>
                <a:gd name="connsiteY2" fmla="*/ 21712 h 318496"/>
                <a:gd name="connsiteX3" fmla="*/ 124654 w 136498"/>
                <a:gd name="connsiteY3" fmla="*/ 213015 h 318496"/>
                <a:gd name="connsiteX4" fmla="*/ 139675 w 136498"/>
                <a:gd name="connsiteY4" fmla="*/ 288692 h 318496"/>
                <a:gd name="connsiteX5" fmla="*/ 123397 w 136498"/>
                <a:gd name="connsiteY5" fmla="*/ 315491 h 318496"/>
                <a:gd name="connsiteX6" fmla="*/ 41151 w 136498"/>
                <a:gd name="connsiteY6" fmla="*/ 302103 h 318496"/>
                <a:gd name="connsiteX7" fmla="*/ 29264 w 136498"/>
                <a:gd name="connsiteY7" fmla="*/ 137588 h 318496"/>
                <a:gd name="connsiteX8" fmla="*/ 36152 w 136498"/>
                <a:gd name="connsiteY8" fmla="*/ 88687 h 318496"/>
                <a:gd name="connsiteX9" fmla="*/ 11753 w 136498"/>
                <a:gd name="connsiteY9" fmla="*/ 91735 h 318496"/>
                <a:gd name="connsiteX10" fmla="*/ 10280 w 136498"/>
                <a:gd name="connsiteY10" fmla="*/ 24664 h 318496"/>
                <a:gd name="connsiteX11" fmla="*/ 29179 w 136498"/>
                <a:gd name="connsiteY11" fmla="*/ 6663 h 3184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6498" h="318496">
                  <a:moveTo>
                    <a:pt x="29179" y="6663"/>
                  </a:moveTo>
                  <a:cubicBezTo>
                    <a:pt x="41032" y="42"/>
                    <a:pt x="52139" y="-26"/>
                    <a:pt x="56860" y="3"/>
                  </a:cubicBezTo>
                  <a:cubicBezTo>
                    <a:pt x="82977" y="173"/>
                    <a:pt x="102365" y="18078"/>
                    <a:pt x="106096" y="21712"/>
                  </a:cubicBezTo>
                  <a:cubicBezTo>
                    <a:pt x="148041" y="62553"/>
                    <a:pt x="88175" y="127441"/>
                    <a:pt x="124654" y="213015"/>
                  </a:cubicBezTo>
                  <a:cubicBezTo>
                    <a:pt x="132491" y="231385"/>
                    <a:pt x="147990" y="258304"/>
                    <a:pt x="139675" y="288692"/>
                  </a:cubicBezTo>
                  <a:cubicBezTo>
                    <a:pt x="138031" y="294720"/>
                    <a:pt x="134368" y="307449"/>
                    <a:pt x="123397" y="315491"/>
                  </a:cubicBezTo>
                  <a:cubicBezTo>
                    <a:pt x="102348" y="330921"/>
                    <a:pt x="62417" y="323243"/>
                    <a:pt x="41151" y="302103"/>
                  </a:cubicBezTo>
                  <a:cubicBezTo>
                    <a:pt x="5832" y="266971"/>
                    <a:pt x="13072" y="185692"/>
                    <a:pt x="29264" y="137588"/>
                  </a:cubicBezTo>
                  <a:cubicBezTo>
                    <a:pt x="33666" y="124518"/>
                    <a:pt x="44905" y="94727"/>
                    <a:pt x="36152" y="88687"/>
                  </a:cubicBezTo>
                  <a:cubicBezTo>
                    <a:pt x="30152" y="84547"/>
                    <a:pt x="20830" y="95757"/>
                    <a:pt x="11753" y="91735"/>
                  </a:cubicBezTo>
                  <a:cubicBezTo>
                    <a:pt x="-2119" y="85599"/>
                    <a:pt x="-5059" y="48488"/>
                    <a:pt x="10280" y="24664"/>
                  </a:cubicBezTo>
                  <a:cubicBezTo>
                    <a:pt x="17611" y="13277"/>
                    <a:pt x="27325" y="7698"/>
                    <a:pt x="29179" y="6663"/>
                  </a:cubicBez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C74CDF8-0D85-2CEC-80E1-0E128388DABB}"/>
                </a:ext>
              </a:extLst>
            </p:cNvPr>
            <p:cNvSpPr/>
            <p:nvPr/>
          </p:nvSpPr>
          <p:spPr>
            <a:xfrm>
              <a:off x="7896527" y="3241644"/>
              <a:ext cx="62562" cy="73937"/>
            </a:xfrm>
            <a:custGeom>
              <a:avLst/>
              <a:gdLst>
                <a:gd name="connsiteX0" fmla="*/ 34783 w 62561"/>
                <a:gd name="connsiteY0" fmla="*/ 105 h 73936"/>
                <a:gd name="connsiteX1" fmla="*/ 10 w 62561"/>
                <a:gd name="connsiteY1" fmla="*/ 61182 h 73936"/>
                <a:gd name="connsiteX2" fmla="*/ 21463 w 62561"/>
                <a:gd name="connsiteY2" fmla="*/ 76271 h 73936"/>
                <a:gd name="connsiteX3" fmla="*/ 45748 w 62561"/>
                <a:gd name="connsiteY3" fmla="*/ 75083 h 73936"/>
                <a:gd name="connsiteX4" fmla="*/ 51714 w 62561"/>
                <a:gd name="connsiteY4" fmla="*/ 62997 h 73936"/>
                <a:gd name="connsiteX5" fmla="*/ 60751 w 62561"/>
                <a:gd name="connsiteY5" fmla="*/ 63423 h 73936"/>
                <a:gd name="connsiteX6" fmla="*/ 60444 w 62561"/>
                <a:gd name="connsiteY6" fmla="*/ 47658 h 73936"/>
                <a:gd name="connsiteX7" fmla="*/ 56287 w 62561"/>
                <a:gd name="connsiteY7" fmla="*/ 50228 h 73936"/>
                <a:gd name="connsiteX8" fmla="*/ 34783 w 62561"/>
                <a:gd name="connsiteY8" fmla="*/ 105 h 7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2561" h="73936">
                  <a:moveTo>
                    <a:pt x="34783" y="105"/>
                  </a:moveTo>
                  <a:cubicBezTo>
                    <a:pt x="24574" y="2630"/>
                    <a:pt x="436" y="53294"/>
                    <a:pt x="10" y="61182"/>
                  </a:cubicBezTo>
                  <a:cubicBezTo>
                    <a:pt x="-411" y="69065"/>
                    <a:pt x="13148" y="73212"/>
                    <a:pt x="21463" y="76271"/>
                  </a:cubicBezTo>
                  <a:cubicBezTo>
                    <a:pt x="29778" y="79337"/>
                    <a:pt x="42518" y="76960"/>
                    <a:pt x="45748" y="75083"/>
                  </a:cubicBezTo>
                  <a:cubicBezTo>
                    <a:pt x="48978" y="73212"/>
                    <a:pt x="51714" y="62997"/>
                    <a:pt x="51714" y="62997"/>
                  </a:cubicBezTo>
                  <a:cubicBezTo>
                    <a:pt x="51714" y="62997"/>
                    <a:pt x="57077" y="69702"/>
                    <a:pt x="60751" y="63423"/>
                  </a:cubicBezTo>
                  <a:cubicBezTo>
                    <a:pt x="64437" y="57139"/>
                    <a:pt x="64602" y="45081"/>
                    <a:pt x="60444" y="47658"/>
                  </a:cubicBezTo>
                  <a:lnTo>
                    <a:pt x="56287" y="50228"/>
                  </a:lnTo>
                  <a:cubicBezTo>
                    <a:pt x="56287" y="50228"/>
                    <a:pt x="45976" y="-2665"/>
                    <a:pt x="34783" y="105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77F956C-95DA-6442-A7E4-BD6F5739D52A}"/>
                </a:ext>
              </a:extLst>
            </p:cNvPr>
            <p:cNvSpPr/>
            <p:nvPr/>
          </p:nvSpPr>
          <p:spPr>
            <a:xfrm>
              <a:off x="7898760" y="3286606"/>
              <a:ext cx="5687" cy="5687"/>
            </a:xfrm>
            <a:custGeom>
              <a:avLst/>
              <a:gdLst>
                <a:gd name="connsiteX0" fmla="*/ 0 w 5687"/>
                <a:gd name="connsiteY0" fmla="*/ 8588 h 5687"/>
                <a:gd name="connsiteX1" fmla="*/ 10533 w 5687"/>
                <a:gd name="connsiteY1" fmla="*/ 3748 h 5687"/>
                <a:gd name="connsiteX2" fmla="*/ 10618 w 5687"/>
                <a:gd name="connsiteY2" fmla="*/ 3555 h 5687"/>
                <a:gd name="connsiteX3" fmla="*/ 3566 w 5687"/>
                <a:gd name="connsiteY3" fmla="*/ 0 h 5687"/>
                <a:gd name="connsiteX4" fmla="*/ 0 w 5687"/>
                <a:gd name="connsiteY4" fmla="*/ 8588 h 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87" h="5687">
                  <a:moveTo>
                    <a:pt x="0" y="8588"/>
                  </a:moveTo>
                  <a:cubicBezTo>
                    <a:pt x="4123" y="9600"/>
                    <a:pt x="8543" y="7701"/>
                    <a:pt x="10533" y="3748"/>
                  </a:cubicBezTo>
                  <a:lnTo>
                    <a:pt x="10618" y="3555"/>
                  </a:lnTo>
                  <a:lnTo>
                    <a:pt x="3566" y="0"/>
                  </a:lnTo>
                  <a:cubicBezTo>
                    <a:pt x="2156" y="3162"/>
                    <a:pt x="950" y="6086"/>
                    <a:pt x="0" y="8588"/>
                  </a:cubicBezTo>
                  <a:close/>
                </a:path>
              </a:pathLst>
            </a:custGeom>
            <a:solidFill>
              <a:srgbClr val="FFFFF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A7E22B5-8FFF-CB83-6C7A-B7772ABE7322}"/>
                </a:ext>
              </a:extLst>
            </p:cNvPr>
            <p:cNvSpPr/>
            <p:nvPr/>
          </p:nvSpPr>
          <p:spPr>
            <a:xfrm>
              <a:off x="6898424" y="3535647"/>
              <a:ext cx="39812" cy="62562"/>
            </a:xfrm>
            <a:custGeom>
              <a:avLst/>
              <a:gdLst>
                <a:gd name="connsiteX0" fmla="*/ 39278 w 39812"/>
                <a:gd name="connsiteY0" fmla="*/ 64917 h 62561"/>
                <a:gd name="connsiteX1" fmla="*/ 38333 w 39812"/>
                <a:gd name="connsiteY1" fmla="*/ 64763 h 62561"/>
                <a:gd name="connsiteX2" fmla="*/ 0 w 39812"/>
                <a:gd name="connsiteY2" fmla="*/ 3060 h 62561"/>
                <a:gd name="connsiteX3" fmla="*/ 3060 w 39812"/>
                <a:gd name="connsiteY3" fmla="*/ 0 h 62561"/>
                <a:gd name="connsiteX4" fmla="*/ 6120 w 39812"/>
                <a:gd name="connsiteY4" fmla="*/ 3060 h 62561"/>
                <a:gd name="connsiteX5" fmla="*/ 40222 w 39812"/>
                <a:gd name="connsiteY5" fmla="*/ 58945 h 62561"/>
                <a:gd name="connsiteX6" fmla="*/ 42189 w 39812"/>
                <a:gd name="connsiteY6" fmla="*/ 62801 h 62561"/>
                <a:gd name="connsiteX7" fmla="*/ 39278 w 39812"/>
                <a:gd name="connsiteY7" fmla="*/ 64917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812" h="62561">
                  <a:moveTo>
                    <a:pt x="39278" y="64917"/>
                  </a:moveTo>
                  <a:lnTo>
                    <a:pt x="38333" y="64763"/>
                  </a:lnTo>
                  <a:cubicBezTo>
                    <a:pt x="1848" y="52916"/>
                    <a:pt x="0" y="11284"/>
                    <a:pt x="0" y="3060"/>
                  </a:cubicBezTo>
                  <a:cubicBezTo>
                    <a:pt x="0" y="1371"/>
                    <a:pt x="1371" y="0"/>
                    <a:pt x="3060" y="0"/>
                  </a:cubicBezTo>
                  <a:cubicBezTo>
                    <a:pt x="4755" y="0"/>
                    <a:pt x="6120" y="1371"/>
                    <a:pt x="6120" y="3060"/>
                  </a:cubicBezTo>
                  <a:cubicBezTo>
                    <a:pt x="6120" y="10545"/>
                    <a:pt x="7763" y="48400"/>
                    <a:pt x="40222" y="58945"/>
                  </a:cubicBezTo>
                  <a:cubicBezTo>
                    <a:pt x="41831" y="59462"/>
                    <a:pt x="42713" y="61191"/>
                    <a:pt x="42189" y="62801"/>
                  </a:cubicBezTo>
                  <a:cubicBezTo>
                    <a:pt x="41763" y="64092"/>
                    <a:pt x="40569" y="64917"/>
                    <a:pt x="39278" y="64917"/>
                  </a:cubicBez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41F5F59-BED3-27F2-D80C-50DA51BE370F}"/>
                </a:ext>
              </a:extLst>
            </p:cNvPr>
            <p:cNvSpPr/>
            <p:nvPr/>
          </p:nvSpPr>
          <p:spPr>
            <a:xfrm>
              <a:off x="6846280" y="3608333"/>
              <a:ext cx="90999" cy="386746"/>
            </a:xfrm>
            <a:custGeom>
              <a:avLst/>
              <a:gdLst>
                <a:gd name="connsiteX0" fmla="*/ 4711 w 90999"/>
                <a:gd name="connsiteY0" fmla="*/ 386990 h 386746"/>
                <a:gd name="connsiteX1" fmla="*/ 127 w 90999"/>
                <a:gd name="connsiteY1" fmla="*/ 382480 h 386746"/>
                <a:gd name="connsiteX2" fmla="*/ 33978 w 90999"/>
                <a:gd name="connsiteY2" fmla="*/ 133393 h 386746"/>
                <a:gd name="connsiteX3" fmla="*/ 85262 w 90999"/>
                <a:gd name="connsiteY3" fmla="*/ 2559 h 386746"/>
                <a:gd name="connsiteX4" fmla="*/ 91410 w 90999"/>
                <a:gd name="connsiteY4" fmla="*/ 472 h 386746"/>
                <a:gd name="connsiteX5" fmla="*/ 93497 w 90999"/>
                <a:gd name="connsiteY5" fmla="*/ 6614 h 386746"/>
                <a:gd name="connsiteX6" fmla="*/ 42777 w 90999"/>
                <a:gd name="connsiteY6" fmla="*/ 136009 h 386746"/>
                <a:gd name="connsiteX7" fmla="*/ 9306 w 90999"/>
                <a:gd name="connsiteY7" fmla="*/ 382321 h 386746"/>
                <a:gd name="connsiteX8" fmla="*/ 4796 w 90999"/>
                <a:gd name="connsiteY8" fmla="*/ 386990 h 386746"/>
                <a:gd name="connsiteX9" fmla="*/ 4711 w 90999"/>
                <a:gd name="connsiteY9" fmla="*/ 386990 h 386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999" h="386746">
                  <a:moveTo>
                    <a:pt x="4711" y="386990"/>
                  </a:moveTo>
                  <a:cubicBezTo>
                    <a:pt x="2214" y="386990"/>
                    <a:pt x="167" y="384988"/>
                    <a:pt x="127" y="382480"/>
                  </a:cubicBezTo>
                  <a:cubicBezTo>
                    <a:pt x="-1346" y="297794"/>
                    <a:pt x="10040" y="213990"/>
                    <a:pt x="33978" y="133393"/>
                  </a:cubicBezTo>
                  <a:cubicBezTo>
                    <a:pt x="47230" y="88758"/>
                    <a:pt x="64486" y="44737"/>
                    <a:pt x="85262" y="2559"/>
                  </a:cubicBezTo>
                  <a:cubicBezTo>
                    <a:pt x="86377" y="284"/>
                    <a:pt x="89130" y="-643"/>
                    <a:pt x="91410" y="472"/>
                  </a:cubicBezTo>
                  <a:cubicBezTo>
                    <a:pt x="93679" y="1592"/>
                    <a:pt x="94618" y="4339"/>
                    <a:pt x="93497" y="6614"/>
                  </a:cubicBezTo>
                  <a:cubicBezTo>
                    <a:pt x="72949" y="48332"/>
                    <a:pt x="55886" y="91869"/>
                    <a:pt x="42777" y="136009"/>
                  </a:cubicBezTo>
                  <a:cubicBezTo>
                    <a:pt x="19111" y="215702"/>
                    <a:pt x="7850" y="298573"/>
                    <a:pt x="9306" y="382321"/>
                  </a:cubicBezTo>
                  <a:cubicBezTo>
                    <a:pt x="9346" y="384858"/>
                    <a:pt x="7327" y="386945"/>
                    <a:pt x="4796" y="386990"/>
                  </a:cubicBezTo>
                  <a:lnTo>
                    <a:pt x="4711" y="386990"/>
                  </a:ln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5FCDE467-A7F7-9E02-E6E9-7C03CE4798EF}"/>
                </a:ext>
              </a:extLst>
            </p:cNvPr>
            <p:cNvSpPr/>
            <p:nvPr/>
          </p:nvSpPr>
          <p:spPr>
            <a:xfrm>
              <a:off x="7028994" y="3610259"/>
              <a:ext cx="17062" cy="403809"/>
            </a:xfrm>
            <a:custGeom>
              <a:avLst/>
              <a:gdLst>
                <a:gd name="connsiteX0" fmla="*/ 16826 w 17062"/>
                <a:gd name="connsiteY0" fmla="*/ 409162 h 403808"/>
                <a:gd name="connsiteX1" fmla="*/ 12242 w 17062"/>
                <a:gd name="connsiteY1" fmla="*/ 404709 h 403808"/>
                <a:gd name="connsiteX2" fmla="*/ 2 w 17062"/>
                <a:gd name="connsiteY2" fmla="*/ 4728 h 403808"/>
                <a:gd name="connsiteX3" fmla="*/ 4450 w 17062"/>
                <a:gd name="connsiteY3" fmla="*/ 2 h 403808"/>
                <a:gd name="connsiteX4" fmla="*/ 9176 w 17062"/>
                <a:gd name="connsiteY4" fmla="*/ 4449 h 403808"/>
                <a:gd name="connsiteX5" fmla="*/ 21416 w 17062"/>
                <a:gd name="connsiteY5" fmla="*/ 404431 h 403808"/>
                <a:gd name="connsiteX6" fmla="*/ 16968 w 17062"/>
                <a:gd name="connsiteY6" fmla="*/ 409157 h 403808"/>
                <a:gd name="connsiteX7" fmla="*/ 16826 w 17062"/>
                <a:gd name="connsiteY7" fmla="*/ 409162 h 4038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062" h="403808">
                  <a:moveTo>
                    <a:pt x="16826" y="409162"/>
                  </a:moveTo>
                  <a:cubicBezTo>
                    <a:pt x="14357" y="409162"/>
                    <a:pt x="12316" y="407194"/>
                    <a:pt x="12242" y="404709"/>
                  </a:cubicBezTo>
                  <a:lnTo>
                    <a:pt x="2" y="4728"/>
                  </a:lnTo>
                  <a:cubicBezTo>
                    <a:pt x="-77" y="2197"/>
                    <a:pt x="1913" y="81"/>
                    <a:pt x="4450" y="2"/>
                  </a:cubicBezTo>
                  <a:cubicBezTo>
                    <a:pt x="6981" y="-72"/>
                    <a:pt x="9097" y="1913"/>
                    <a:pt x="9176" y="4449"/>
                  </a:cubicBezTo>
                  <a:lnTo>
                    <a:pt x="21416" y="404431"/>
                  </a:lnTo>
                  <a:cubicBezTo>
                    <a:pt x="21495" y="406962"/>
                    <a:pt x="19505" y="409077"/>
                    <a:pt x="16968" y="409157"/>
                  </a:cubicBezTo>
                  <a:lnTo>
                    <a:pt x="16826" y="409162"/>
                  </a:ln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BC753679-CCE0-D52E-63C7-B2E1DB335DC3}"/>
                </a:ext>
              </a:extLst>
            </p:cNvPr>
            <p:cNvSpPr/>
            <p:nvPr/>
          </p:nvSpPr>
          <p:spPr>
            <a:xfrm>
              <a:off x="7142217" y="3593632"/>
              <a:ext cx="22750" cy="392434"/>
            </a:xfrm>
            <a:custGeom>
              <a:avLst/>
              <a:gdLst>
                <a:gd name="connsiteX0" fmla="*/ 20906 w 22749"/>
                <a:gd name="connsiteY0" fmla="*/ 393013 h 392433"/>
                <a:gd name="connsiteX1" fmla="*/ 16322 w 22749"/>
                <a:gd name="connsiteY1" fmla="*/ 388622 h 392433"/>
                <a:gd name="connsiteX2" fmla="*/ 4 w 22749"/>
                <a:gd name="connsiteY2" fmla="*/ 4788 h 392433"/>
                <a:gd name="connsiteX3" fmla="*/ 4395 w 22749"/>
                <a:gd name="connsiteY3" fmla="*/ 5 h 392433"/>
                <a:gd name="connsiteX4" fmla="*/ 9178 w 22749"/>
                <a:gd name="connsiteY4" fmla="*/ 4396 h 392433"/>
                <a:gd name="connsiteX5" fmla="*/ 25501 w 22749"/>
                <a:gd name="connsiteY5" fmla="*/ 388230 h 392433"/>
                <a:gd name="connsiteX6" fmla="*/ 21105 w 22749"/>
                <a:gd name="connsiteY6" fmla="*/ 393013 h 392433"/>
                <a:gd name="connsiteX7" fmla="*/ 20906 w 22749"/>
                <a:gd name="connsiteY7" fmla="*/ 393013 h 392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49" h="392433">
                  <a:moveTo>
                    <a:pt x="20906" y="393013"/>
                  </a:moveTo>
                  <a:cubicBezTo>
                    <a:pt x="18466" y="393013"/>
                    <a:pt x="16430" y="391090"/>
                    <a:pt x="16322" y="388622"/>
                  </a:cubicBezTo>
                  <a:lnTo>
                    <a:pt x="4" y="4788"/>
                  </a:lnTo>
                  <a:cubicBezTo>
                    <a:pt x="-104" y="2251"/>
                    <a:pt x="1864" y="113"/>
                    <a:pt x="4395" y="5"/>
                  </a:cubicBezTo>
                  <a:cubicBezTo>
                    <a:pt x="6835" y="-109"/>
                    <a:pt x="9070" y="1865"/>
                    <a:pt x="9178" y="4396"/>
                  </a:cubicBezTo>
                  <a:lnTo>
                    <a:pt x="25501" y="388230"/>
                  </a:lnTo>
                  <a:cubicBezTo>
                    <a:pt x="25603" y="390761"/>
                    <a:pt x="23641" y="392905"/>
                    <a:pt x="21105" y="393013"/>
                  </a:cubicBezTo>
                  <a:lnTo>
                    <a:pt x="20906" y="393013"/>
                  </a:ln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81210F74-7ADE-0A62-EF3C-9CE67D900BE8}"/>
                </a:ext>
              </a:extLst>
            </p:cNvPr>
            <p:cNvSpPr/>
            <p:nvPr/>
          </p:nvSpPr>
          <p:spPr>
            <a:xfrm>
              <a:off x="6859665" y="3779890"/>
              <a:ext cx="295747" cy="73937"/>
            </a:xfrm>
            <a:custGeom>
              <a:avLst/>
              <a:gdLst>
                <a:gd name="connsiteX0" fmla="*/ 179415 w 295747"/>
                <a:gd name="connsiteY0" fmla="*/ 77610 h 73936"/>
                <a:gd name="connsiteX1" fmla="*/ 179011 w 295747"/>
                <a:gd name="connsiteY1" fmla="*/ 77610 h 73936"/>
                <a:gd name="connsiteX2" fmla="*/ 130474 w 295747"/>
                <a:gd name="connsiteY2" fmla="*/ 72924 h 73936"/>
                <a:gd name="connsiteX3" fmla="*/ 129314 w 295747"/>
                <a:gd name="connsiteY3" fmla="*/ 72730 h 73936"/>
                <a:gd name="connsiteX4" fmla="*/ 3997 w 295747"/>
                <a:gd name="connsiteY4" fmla="*/ 54440 h 73936"/>
                <a:gd name="connsiteX5" fmla="*/ 38 w 295747"/>
                <a:gd name="connsiteY5" fmla="*/ 49293 h 73936"/>
                <a:gd name="connsiteX6" fmla="*/ 5180 w 295747"/>
                <a:gd name="connsiteY6" fmla="*/ 45334 h 73936"/>
                <a:gd name="connsiteX7" fmla="*/ 130798 w 295747"/>
                <a:gd name="connsiteY7" fmla="*/ 63670 h 73936"/>
                <a:gd name="connsiteX8" fmla="*/ 131964 w 295747"/>
                <a:gd name="connsiteY8" fmla="*/ 63858 h 73936"/>
                <a:gd name="connsiteX9" fmla="*/ 179022 w 295747"/>
                <a:gd name="connsiteY9" fmla="*/ 68431 h 73936"/>
                <a:gd name="connsiteX10" fmla="*/ 261166 w 295747"/>
                <a:gd name="connsiteY10" fmla="*/ 53257 h 73936"/>
                <a:gd name="connsiteX11" fmla="*/ 289427 w 295747"/>
                <a:gd name="connsiteY11" fmla="*/ 40733 h 73936"/>
                <a:gd name="connsiteX12" fmla="*/ 262832 w 295747"/>
                <a:gd name="connsiteY12" fmla="*/ 33197 h 73936"/>
                <a:gd name="connsiteX13" fmla="*/ 158951 w 295747"/>
                <a:gd name="connsiteY13" fmla="*/ 10049 h 73936"/>
                <a:gd name="connsiteX14" fmla="*/ 154595 w 295747"/>
                <a:gd name="connsiteY14" fmla="*/ 9076 h 73936"/>
                <a:gd name="connsiteX15" fmla="*/ 151068 w 295747"/>
                <a:gd name="connsiteY15" fmla="*/ 3674 h 73936"/>
                <a:gd name="connsiteX16" fmla="*/ 156409 w 295747"/>
                <a:gd name="connsiteY16" fmla="*/ 79 h 73936"/>
                <a:gd name="connsiteX17" fmla="*/ 160959 w 295747"/>
                <a:gd name="connsiteY17" fmla="*/ 1091 h 73936"/>
                <a:gd name="connsiteX18" fmla="*/ 264675 w 295747"/>
                <a:gd name="connsiteY18" fmla="*/ 24200 h 73936"/>
                <a:gd name="connsiteX19" fmla="*/ 298857 w 295747"/>
                <a:gd name="connsiteY19" fmla="*/ 39846 h 73936"/>
                <a:gd name="connsiteX20" fmla="*/ 264158 w 295747"/>
                <a:gd name="connsiteY20" fmla="*/ 61936 h 73936"/>
                <a:gd name="connsiteX21" fmla="*/ 179415 w 295747"/>
                <a:gd name="connsiteY21" fmla="*/ 77610 h 7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5747" h="73936">
                  <a:moveTo>
                    <a:pt x="179415" y="77610"/>
                  </a:moveTo>
                  <a:lnTo>
                    <a:pt x="179011" y="77610"/>
                  </a:lnTo>
                  <a:cubicBezTo>
                    <a:pt x="158792" y="77576"/>
                    <a:pt x="144397" y="75210"/>
                    <a:pt x="130474" y="72924"/>
                  </a:cubicBezTo>
                  <a:lnTo>
                    <a:pt x="129314" y="72730"/>
                  </a:lnTo>
                  <a:cubicBezTo>
                    <a:pt x="90247" y="66309"/>
                    <a:pt x="48086" y="60155"/>
                    <a:pt x="3997" y="54440"/>
                  </a:cubicBezTo>
                  <a:cubicBezTo>
                    <a:pt x="1483" y="54110"/>
                    <a:pt x="-286" y="51812"/>
                    <a:pt x="38" y="49293"/>
                  </a:cubicBezTo>
                  <a:cubicBezTo>
                    <a:pt x="368" y="46779"/>
                    <a:pt x="2626" y="44999"/>
                    <a:pt x="5180" y="45334"/>
                  </a:cubicBezTo>
                  <a:cubicBezTo>
                    <a:pt x="49371" y="51061"/>
                    <a:pt x="91635" y="57232"/>
                    <a:pt x="130798" y="63670"/>
                  </a:cubicBezTo>
                  <a:lnTo>
                    <a:pt x="131964" y="63858"/>
                  </a:lnTo>
                  <a:cubicBezTo>
                    <a:pt x="145523" y="66093"/>
                    <a:pt x="159548" y="68402"/>
                    <a:pt x="179022" y="68431"/>
                  </a:cubicBezTo>
                  <a:cubicBezTo>
                    <a:pt x="216895" y="68436"/>
                    <a:pt x="242522" y="59683"/>
                    <a:pt x="261166" y="53257"/>
                  </a:cubicBezTo>
                  <a:cubicBezTo>
                    <a:pt x="268861" y="50606"/>
                    <a:pt x="286407" y="44560"/>
                    <a:pt x="289427" y="40733"/>
                  </a:cubicBezTo>
                  <a:cubicBezTo>
                    <a:pt x="286526" y="38446"/>
                    <a:pt x="274497" y="35779"/>
                    <a:pt x="262832" y="33197"/>
                  </a:cubicBezTo>
                  <a:cubicBezTo>
                    <a:pt x="214768" y="22550"/>
                    <a:pt x="172368" y="13052"/>
                    <a:pt x="158951" y="10049"/>
                  </a:cubicBezTo>
                  <a:lnTo>
                    <a:pt x="154595" y="9076"/>
                  </a:lnTo>
                  <a:cubicBezTo>
                    <a:pt x="152138" y="8542"/>
                    <a:pt x="150562" y="6136"/>
                    <a:pt x="151068" y="3674"/>
                  </a:cubicBezTo>
                  <a:cubicBezTo>
                    <a:pt x="151563" y="1217"/>
                    <a:pt x="153941" y="-382"/>
                    <a:pt x="156409" y="79"/>
                  </a:cubicBezTo>
                  <a:cubicBezTo>
                    <a:pt x="156443" y="85"/>
                    <a:pt x="158036" y="437"/>
                    <a:pt x="160959" y="1091"/>
                  </a:cubicBezTo>
                  <a:cubicBezTo>
                    <a:pt x="174370" y="4094"/>
                    <a:pt x="216764" y="13587"/>
                    <a:pt x="264675" y="24200"/>
                  </a:cubicBezTo>
                  <a:cubicBezTo>
                    <a:pt x="287692" y="29301"/>
                    <a:pt x="298129" y="31610"/>
                    <a:pt x="298857" y="39846"/>
                  </a:cubicBezTo>
                  <a:cubicBezTo>
                    <a:pt x="299670" y="49014"/>
                    <a:pt x="286287" y="54309"/>
                    <a:pt x="264158" y="61936"/>
                  </a:cubicBezTo>
                  <a:cubicBezTo>
                    <a:pt x="244962" y="68556"/>
                    <a:pt x="218703" y="77610"/>
                    <a:pt x="179415" y="77610"/>
                  </a:cubicBez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66311777-1A8D-4823-39A6-1BA2928611ED}"/>
                </a:ext>
              </a:extLst>
            </p:cNvPr>
            <p:cNvSpPr/>
            <p:nvPr/>
          </p:nvSpPr>
          <p:spPr>
            <a:xfrm>
              <a:off x="7004514" y="3606401"/>
              <a:ext cx="11375" cy="329872"/>
            </a:xfrm>
            <a:custGeom>
              <a:avLst/>
              <a:gdLst>
                <a:gd name="connsiteX0" fmla="*/ 11731 w 11374"/>
                <a:gd name="connsiteY0" fmla="*/ 333987 h 329871"/>
                <a:gd name="connsiteX1" fmla="*/ 11640 w 11374"/>
                <a:gd name="connsiteY1" fmla="*/ 333987 h 329871"/>
                <a:gd name="connsiteX2" fmla="*/ 7136 w 11374"/>
                <a:gd name="connsiteY2" fmla="*/ 329307 h 329871"/>
                <a:gd name="connsiteX3" fmla="*/ 7136 w 11374"/>
                <a:gd name="connsiteY3" fmla="*/ 180091 h 329871"/>
                <a:gd name="connsiteX4" fmla="*/ 9 w 11374"/>
                <a:gd name="connsiteY4" fmla="*/ 4878 h 329871"/>
                <a:gd name="connsiteX5" fmla="*/ 4303 w 11374"/>
                <a:gd name="connsiteY5" fmla="*/ 9 h 329871"/>
                <a:gd name="connsiteX6" fmla="*/ 9172 w 11374"/>
                <a:gd name="connsiteY6" fmla="*/ 4303 h 329871"/>
                <a:gd name="connsiteX7" fmla="*/ 16321 w 11374"/>
                <a:gd name="connsiteY7" fmla="*/ 179920 h 329871"/>
                <a:gd name="connsiteX8" fmla="*/ 16321 w 11374"/>
                <a:gd name="connsiteY8" fmla="*/ 329483 h 329871"/>
                <a:gd name="connsiteX9" fmla="*/ 11731 w 11374"/>
                <a:gd name="connsiteY9" fmla="*/ 333987 h 329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4" h="329871">
                  <a:moveTo>
                    <a:pt x="11731" y="333987"/>
                  </a:moveTo>
                  <a:lnTo>
                    <a:pt x="11640" y="333987"/>
                  </a:lnTo>
                  <a:cubicBezTo>
                    <a:pt x="9109" y="333936"/>
                    <a:pt x="7090" y="331843"/>
                    <a:pt x="7136" y="329307"/>
                  </a:cubicBezTo>
                  <a:cubicBezTo>
                    <a:pt x="8068" y="279820"/>
                    <a:pt x="8068" y="229623"/>
                    <a:pt x="7136" y="180091"/>
                  </a:cubicBezTo>
                  <a:cubicBezTo>
                    <a:pt x="6055" y="121937"/>
                    <a:pt x="3655" y="62986"/>
                    <a:pt x="9" y="4878"/>
                  </a:cubicBezTo>
                  <a:cubicBezTo>
                    <a:pt x="-150" y="2347"/>
                    <a:pt x="1772" y="169"/>
                    <a:pt x="4303" y="9"/>
                  </a:cubicBezTo>
                  <a:cubicBezTo>
                    <a:pt x="6908" y="-150"/>
                    <a:pt x="9012" y="1772"/>
                    <a:pt x="9172" y="4303"/>
                  </a:cubicBezTo>
                  <a:cubicBezTo>
                    <a:pt x="12823" y="62548"/>
                    <a:pt x="15229" y="121635"/>
                    <a:pt x="16321" y="179920"/>
                  </a:cubicBezTo>
                  <a:cubicBezTo>
                    <a:pt x="17248" y="229560"/>
                    <a:pt x="17248" y="279883"/>
                    <a:pt x="16321" y="329483"/>
                  </a:cubicBezTo>
                  <a:cubicBezTo>
                    <a:pt x="16270" y="331985"/>
                    <a:pt x="14222" y="333987"/>
                    <a:pt x="11731" y="333987"/>
                  </a:cubicBez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5315C596-55EB-E7CF-0026-E723A553DAE6}"/>
                </a:ext>
              </a:extLst>
            </p:cNvPr>
            <p:cNvSpPr/>
            <p:nvPr/>
          </p:nvSpPr>
          <p:spPr>
            <a:xfrm>
              <a:off x="6926093" y="3590753"/>
              <a:ext cx="227498" cy="28437"/>
            </a:xfrm>
            <a:custGeom>
              <a:avLst/>
              <a:gdLst>
                <a:gd name="connsiteX0" fmla="*/ 218165 w 227497"/>
                <a:gd name="connsiteY0" fmla="*/ 28915 h 28437"/>
                <a:gd name="connsiteX1" fmla="*/ 11733 w 227497"/>
                <a:gd name="connsiteY1" fmla="*/ 28915 h 28437"/>
                <a:gd name="connsiteX2" fmla="*/ 0 w 227497"/>
                <a:gd name="connsiteY2" fmla="*/ 17182 h 28437"/>
                <a:gd name="connsiteX3" fmla="*/ 0 w 227497"/>
                <a:gd name="connsiteY3" fmla="*/ 11733 h 28437"/>
                <a:gd name="connsiteX4" fmla="*/ 11733 w 227497"/>
                <a:gd name="connsiteY4" fmla="*/ 0 h 28437"/>
                <a:gd name="connsiteX5" fmla="*/ 218165 w 227497"/>
                <a:gd name="connsiteY5" fmla="*/ 0 h 28437"/>
                <a:gd name="connsiteX6" fmla="*/ 229898 w 227497"/>
                <a:gd name="connsiteY6" fmla="*/ 11733 h 28437"/>
                <a:gd name="connsiteX7" fmla="*/ 229898 w 227497"/>
                <a:gd name="connsiteY7" fmla="*/ 17182 h 28437"/>
                <a:gd name="connsiteX8" fmla="*/ 218165 w 227497"/>
                <a:gd name="connsiteY8" fmla="*/ 28915 h 2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7497" h="28437">
                  <a:moveTo>
                    <a:pt x="218165" y="28915"/>
                  </a:moveTo>
                  <a:lnTo>
                    <a:pt x="11733" y="28915"/>
                  </a:lnTo>
                  <a:cubicBezTo>
                    <a:pt x="5255" y="28915"/>
                    <a:pt x="0" y="23660"/>
                    <a:pt x="0" y="17182"/>
                  </a:cubicBezTo>
                  <a:lnTo>
                    <a:pt x="0" y="11733"/>
                  </a:lnTo>
                  <a:cubicBezTo>
                    <a:pt x="0" y="5249"/>
                    <a:pt x="5255" y="0"/>
                    <a:pt x="11733" y="0"/>
                  </a:cubicBezTo>
                  <a:lnTo>
                    <a:pt x="218165" y="0"/>
                  </a:lnTo>
                  <a:cubicBezTo>
                    <a:pt x="224643" y="0"/>
                    <a:pt x="229898" y="5249"/>
                    <a:pt x="229898" y="11733"/>
                  </a:cubicBezTo>
                  <a:lnTo>
                    <a:pt x="229898" y="17182"/>
                  </a:lnTo>
                  <a:cubicBezTo>
                    <a:pt x="229898" y="23660"/>
                    <a:pt x="224643" y="28915"/>
                    <a:pt x="218165" y="28915"/>
                  </a:cubicBez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D5AA984-D468-9116-F7C2-E40957613020}"/>
                </a:ext>
              </a:extLst>
            </p:cNvPr>
            <p:cNvSpPr/>
            <p:nvPr/>
          </p:nvSpPr>
          <p:spPr>
            <a:xfrm>
              <a:off x="6860688" y="3437988"/>
              <a:ext cx="142186" cy="108061"/>
            </a:xfrm>
            <a:custGeom>
              <a:avLst/>
              <a:gdLst>
                <a:gd name="connsiteX0" fmla="*/ 0 w 142186"/>
                <a:gd name="connsiteY0" fmla="*/ 16869 h 108061"/>
                <a:gd name="connsiteX1" fmla="*/ 23967 w 142186"/>
                <a:gd name="connsiteY1" fmla="*/ 109876 h 108061"/>
                <a:gd name="connsiteX2" fmla="*/ 146884 w 142186"/>
                <a:gd name="connsiteY2" fmla="*/ 88673 h 108061"/>
                <a:gd name="connsiteX3" fmla="*/ 122911 w 142186"/>
                <a:gd name="connsiteY3" fmla="*/ 0 h 108061"/>
                <a:gd name="connsiteX4" fmla="*/ 0 w 142186"/>
                <a:gd name="connsiteY4" fmla="*/ 16869 h 108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2186" h="108061">
                  <a:moveTo>
                    <a:pt x="0" y="16869"/>
                  </a:moveTo>
                  <a:lnTo>
                    <a:pt x="23967" y="109876"/>
                  </a:lnTo>
                  <a:lnTo>
                    <a:pt x="146884" y="88673"/>
                  </a:lnTo>
                  <a:lnTo>
                    <a:pt x="122911" y="0"/>
                  </a:lnTo>
                  <a:lnTo>
                    <a:pt x="0" y="16869"/>
                  </a:ln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E495BE9-8C99-B55C-DFE9-7DF642ADE9F8}"/>
                </a:ext>
              </a:extLst>
            </p:cNvPr>
            <p:cNvSpPr/>
            <p:nvPr/>
          </p:nvSpPr>
          <p:spPr>
            <a:xfrm>
              <a:off x="6950959" y="3499254"/>
              <a:ext cx="301435" cy="312809"/>
            </a:xfrm>
            <a:custGeom>
              <a:avLst/>
              <a:gdLst>
                <a:gd name="connsiteX0" fmla="*/ 281136 w 301434"/>
                <a:gd name="connsiteY0" fmla="*/ 296521 h 312809"/>
                <a:gd name="connsiteX1" fmla="*/ 269392 w 301434"/>
                <a:gd name="connsiteY1" fmla="*/ 290896 h 312809"/>
                <a:gd name="connsiteX2" fmla="*/ 271331 w 301434"/>
                <a:gd name="connsiteY2" fmla="*/ 155495 h 312809"/>
                <a:gd name="connsiteX3" fmla="*/ 263175 w 301434"/>
                <a:gd name="connsiteY3" fmla="*/ 92256 h 312809"/>
                <a:gd name="connsiteX4" fmla="*/ 253990 w 301434"/>
                <a:gd name="connsiteY4" fmla="*/ 61652 h 312809"/>
                <a:gd name="connsiteX5" fmla="*/ 191769 w 301434"/>
                <a:gd name="connsiteY5" fmla="*/ 30030 h 312809"/>
                <a:gd name="connsiteX6" fmla="*/ 32481 w 301434"/>
                <a:gd name="connsiteY6" fmla="*/ 6694 h 312809"/>
                <a:gd name="connsiteX7" fmla="*/ 35979 w 301434"/>
                <a:gd name="connsiteY7" fmla="*/ 0 h 312809"/>
                <a:gd name="connsiteX8" fmla="*/ 4505 w 301434"/>
                <a:gd name="connsiteY8" fmla="*/ 82513 h 312809"/>
                <a:gd name="connsiteX9" fmla="*/ 71787 w 301434"/>
                <a:gd name="connsiteY9" fmla="*/ 121836 h 312809"/>
                <a:gd name="connsiteX10" fmla="*/ 194460 w 301434"/>
                <a:gd name="connsiteY10" fmla="*/ 121307 h 312809"/>
                <a:gd name="connsiteX11" fmla="*/ 205755 w 301434"/>
                <a:gd name="connsiteY11" fmla="*/ 143045 h 312809"/>
                <a:gd name="connsiteX12" fmla="*/ 242484 w 301434"/>
                <a:gd name="connsiteY12" fmla="*/ 290782 h 312809"/>
                <a:gd name="connsiteX13" fmla="*/ 242433 w 301434"/>
                <a:gd name="connsiteY13" fmla="*/ 297607 h 312809"/>
                <a:gd name="connsiteX14" fmla="*/ 296202 w 301434"/>
                <a:gd name="connsiteY14" fmla="*/ 313168 h 312809"/>
                <a:gd name="connsiteX15" fmla="*/ 302930 w 301434"/>
                <a:gd name="connsiteY15" fmla="*/ 305416 h 312809"/>
                <a:gd name="connsiteX16" fmla="*/ 281136 w 301434"/>
                <a:gd name="connsiteY16" fmla="*/ 296521 h 312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01434" h="312809">
                  <a:moveTo>
                    <a:pt x="281136" y="296521"/>
                  </a:moveTo>
                  <a:cubicBezTo>
                    <a:pt x="277053" y="294672"/>
                    <a:pt x="273151" y="292790"/>
                    <a:pt x="269392" y="290896"/>
                  </a:cubicBezTo>
                  <a:cubicBezTo>
                    <a:pt x="273726" y="251868"/>
                    <a:pt x="275534" y="206198"/>
                    <a:pt x="271331" y="155495"/>
                  </a:cubicBezTo>
                  <a:cubicBezTo>
                    <a:pt x="269471" y="133018"/>
                    <a:pt x="266622" y="111895"/>
                    <a:pt x="263175" y="92256"/>
                  </a:cubicBezTo>
                  <a:cubicBezTo>
                    <a:pt x="262823" y="84311"/>
                    <a:pt x="261105" y="72685"/>
                    <a:pt x="253990" y="61652"/>
                  </a:cubicBezTo>
                  <a:cubicBezTo>
                    <a:pt x="240437" y="40625"/>
                    <a:pt x="215520" y="34545"/>
                    <a:pt x="191769" y="30030"/>
                  </a:cubicBezTo>
                  <a:cubicBezTo>
                    <a:pt x="101902" y="12956"/>
                    <a:pt x="34870" y="19548"/>
                    <a:pt x="32481" y="6694"/>
                  </a:cubicBezTo>
                  <a:cubicBezTo>
                    <a:pt x="32248" y="5443"/>
                    <a:pt x="32487" y="3281"/>
                    <a:pt x="35979" y="0"/>
                  </a:cubicBezTo>
                  <a:cubicBezTo>
                    <a:pt x="5352" y="16528"/>
                    <a:pt x="-7621" y="52865"/>
                    <a:pt x="4505" y="82513"/>
                  </a:cubicBezTo>
                  <a:cubicBezTo>
                    <a:pt x="14964" y="108078"/>
                    <a:pt x="42360" y="124441"/>
                    <a:pt x="71787" y="121836"/>
                  </a:cubicBezTo>
                  <a:cubicBezTo>
                    <a:pt x="133940" y="119601"/>
                    <a:pt x="174906" y="104814"/>
                    <a:pt x="194460" y="121307"/>
                  </a:cubicBezTo>
                  <a:cubicBezTo>
                    <a:pt x="201489" y="127240"/>
                    <a:pt x="203463" y="134963"/>
                    <a:pt x="205755" y="143045"/>
                  </a:cubicBezTo>
                  <a:cubicBezTo>
                    <a:pt x="221572" y="198896"/>
                    <a:pt x="234954" y="256873"/>
                    <a:pt x="242484" y="290782"/>
                  </a:cubicBezTo>
                  <a:cubicBezTo>
                    <a:pt x="242479" y="293216"/>
                    <a:pt x="242467" y="295542"/>
                    <a:pt x="242433" y="297607"/>
                  </a:cubicBezTo>
                  <a:cubicBezTo>
                    <a:pt x="262589" y="314954"/>
                    <a:pt x="284213" y="321198"/>
                    <a:pt x="296202" y="313168"/>
                  </a:cubicBezTo>
                  <a:cubicBezTo>
                    <a:pt x="298432" y="311672"/>
                    <a:pt x="300883" y="309312"/>
                    <a:pt x="302930" y="305416"/>
                  </a:cubicBezTo>
                  <a:cubicBezTo>
                    <a:pt x="295975" y="302879"/>
                    <a:pt x="288678" y="299939"/>
                    <a:pt x="281136" y="296521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87C55B39-D086-27A3-29AB-C8E50FAF78D4}"/>
                </a:ext>
              </a:extLst>
            </p:cNvPr>
            <p:cNvSpPr/>
            <p:nvPr/>
          </p:nvSpPr>
          <p:spPr>
            <a:xfrm>
              <a:off x="7192032" y="3796508"/>
              <a:ext cx="79624" cy="22750"/>
            </a:xfrm>
            <a:custGeom>
              <a:avLst/>
              <a:gdLst>
                <a:gd name="connsiteX0" fmla="*/ 50994 w 79624"/>
                <a:gd name="connsiteY0" fmla="*/ 14742 h 22749"/>
                <a:gd name="connsiteX1" fmla="*/ 1235 w 79624"/>
                <a:gd name="connsiteY1" fmla="*/ 0 h 22749"/>
                <a:gd name="connsiteX2" fmla="*/ 2987 w 79624"/>
                <a:gd name="connsiteY2" fmla="*/ 20253 h 22749"/>
                <a:gd name="connsiteX3" fmla="*/ 81661 w 79624"/>
                <a:gd name="connsiteY3" fmla="*/ 24570 h 22749"/>
                <a:gd name="connsiteX4" fmla="*/ 61624 w 79624"/>
                <a:gd name="connsiteY4" fmla="*/ 7962 h 22749"/>
                <a:gd name="connsiteX5" fmla="*/ 50994 w 79624"/>
                <a:gd name="connsiteY5" fmla="*/ 14742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624" h="22749">
                  <a:moveTo>
                    <a:pt x="50994" y="14742"/>
                  </a:moveTo>
                  <a:cubicBezTo>
                    <a:pt x="36144" y="19292"/>
                    <a:pt x="1235" y="0"/>
                    <a:pt x="1235" y="0"/>
                  </a:cubicBezTo>
                  <a:cubicBezTo>
                    <a:pt x="1235" y="0"/>
                    <a:pt x="-2485" y="14821"/>
                    <a:pt x="2987" y="20253"/>
                  </a:cubicBezTo>
                  <a:cubicBezTo>
                    <a:pt x="8458" y="25679"/>
                    <a:pt x="76497" y="33038"/>
                    <a:pt x="81661" y="24570"/>
                  </a:cubicBezTo>
                  <a:cubicBezTo>
                    <a:pt x="83959" y="20804"/>
                    <a:pt x="73710" y="14167"/>
                    <a:pt x="61624" y="7962"/>
                  </a:cubicBezTo>
                  <a:cubicBezTo>
                    <a:pt x="60106" y="10334"/>
                    <a:pt x="57057" y="12888"/>
                    <a:pt x="50994" y="14742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03B3A182-F867-888C-5832-3CC0901A0224}"/>
                </a:ext>
              </a:extLst>
            </p:cNvPr>
            <p:cNvSpPr/>
            <p:nvPr/>
          </p:nvSpPr>
          <p:spPr>
            <a:xfrm>
              <a:off x="7070350" y="3589077"/>
              <a:ext cx="96687" cy="244560"/>
            </a:xfrm>
            <a:custGeom>
              <a:avLst/>
              <a:gdLst>
                <a:gd name="connsiteX0" fmla="*/ 95003 w 96686"/>
                <a:gd name="connsiteY0" fmla="*/ 16293 h 244560"/>
                <a:gd name="connsiteX1" fmla="*/ 81052 w 96686"/>
                <a:gd name="connsiteY1" fmla="*/ 2660 h 244560"/>
                <a:gd name="connsiteX2" fmla="*/ 75473 w 96686"/>
                <a:gd name="connsiteY2" fmla="*/ 852 h 244560"/>
                <a:gd name="connsiteX3" fmla="*/ 7149 w 96686"/>
                <a:gd name="connsiteY3" fmla="*/ 29579 h 244560"/>
                <a:gd name="connsiteX4" fmla="*/ 20475 w 96686"/>
                <a:gd name="connsiteY4" fmla="*/ 29579 h 244560"/>
                <a:gd name="connsiteX5" fmla="*/ 14492 w 96686"/>
                <a:gd name="connsiteY5" fmla="*/ 85822 h 244560"/>
                <a:gd name="connsiteX6" fmla="*/ 899 w 96686"/>
                <a:gd name="connsiteY6" fmla="*/ 221491 h 244560"/>
                <a:gd name="connsiteX7" fmla="*/ 336 w 96686"/>
                <a:gd name="connsiteY7" fmla="*/ 225694 h 244560"/>
                <a:gd name="connsiteX8" fmla="*/ 0 w 96686"/>
                <a:gd name="connsiteY8" fmla="*/ 230414 h 244560"/>
                <a:gd name="connsiteX9" fmla="*/ 53769 w 96686"/>
                <a:gd name="connsiteY9" fmla="*/ 245975 h 244560"/>
                <a:gd name="connsiteX10" fmla="*/ 60497 w 96686"/>
                <a:gd name="connsiteY10" fmla="*/ 238223 h 244560"/>
                <a:gd name="connsiteX11" fmla="*/ 38697 w 96686"/>
                <a:gd name="connsiteY11" fmla="*/ 229328 h 244560"/>
                <a:gd name="connsiteX12" fmla="*/ 32236 w 96686"/>
                <a:gd name="connsiteY12" fmla="*/ 226314 h 244560"/>
                <a:gd name="connsiteX13" fmla="*/ 27880 w 96686"/>
                <a:gd name="connsiteY13" fmla="*/ 223527 h 244560"/>
                <a:gd name="connsiteX14" fmla="*/ 27834 w 96686"/>
                <a:gd name="connsiteY14" fmla="*/ 223521 h 244560"/>
                <a:gd name="connsiteX15" fmla="*/ 89719 w 96686"/>
                <a:gd name="connsiteY15" fmla="*/ 81483 h 244560"/>
                <a:gd name="connsiteX16" fmla="*/ 98353 w 96686"/>
                <a:gd name="connsiteY16" fmla="*/ 54945 h 244560"/>
                <a:gd name="connsiteX17" fmla="*/ 100014 w 96686"/>
                <a:gd name="connsiteY17" fmla="*/ 43405 h 244560"/>
                <a:gd name="connsiteX18" fmla="*/ 95003 w 96686"/>
                <a:gd name="connsiteY18" fmla="*/ 16293 h 24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6686" h="244560">
                  <a:moveTo>
                    <a:pt x="95003" y="16293"/>
                  </a:moveTo>
                  <a:cubicBezTo>
                    <a:pt x="93502" y="13632"/>
                    <a:pt x="89338" y="6454"/>
                    <a:pt x="81052" y="2660"/>
                  </a:cubicBezTo>
                  <a:cubicBezTo>
                    <a:pt x="79203" y="1813"/>
                    <a:pt x="77332" y="1244"/>
                    <a:pt x="75473" y="852"/>
                  </a:cubicBezTo>
                  <a:cubicBezTo>
                    <a:pt x="49350" y="-5888"/>
                    <a:pt x="7149" y="29579"/>
                    <a:pt x="7149" y="29579"/>
                  </a:cubicBezTo>
                  <a:lnTo>
                    <a:pt x="20475" y="29579"/>
                  </a:lnTo>
                  <a:cubicBezTo>
                    <a:pt x="18456" y="48279"/>
                    <a:pt x="16454" y="67019"/>
                    <a:pt x="14492" y="85822"/>
                  </a:cubicBezTo>
                  <a:cubicBezTo>
                    <a:pt x="9743" y="131282"/>
                    <a:pt x="5210" y="176503"/>
                    <a:pt x="899" y="221491"/>
                  </a:cubicBezTo>
                  <a:cubicBezTo>
                    <a:pt x="682" y="222839"/>
                    <a:pt x="489" y="224226"/>
                    <a:pt x="336" y="225694"/>
                  </a:cubicBezTo>
                  <a:cubicBezTo>
                    <a:pt x="171" y="227337"/>
                    <a:pt x="63" y="228913"/>
                    <a:pt x="0" y="230414"/>
                  </a:cubicBezTo>
                  <a:cubicBezTo>
                    <a:pt x="20156" y="247761"/>
                    <a:pt x="41774" y="254012"/>
                    <a:pt x="53769" y="245975"/>
                  </a:cubicBezTo>
                  <a:cubicBezTo>
                    <a:pt x="55999" y="244479"/>
                    <a:pt x="58450" y="242125"/>
                    <a:pt x="60497" y="238223"/>
                  </a:cubicBezTo>
                  <a:cubicBezTo>
                    <a:pt x="53542" y="235686"/>
                    <a:pt x="46245" y="232746"/>
                    <a:pt x="38697" y="229328"/>
                  </a:cubicBezTo>
                  <a:cubicBezTo>
                    <a:pt x="37736" y="228896"/>
                    <a:pt x="35262" y="228020"/>
                    <a:pt x="32236" y="226314"/>
                  </a:cubicBezTo>
                  <a:cubicBezTo>
                    <a:pt x="30348" y="225250"/>
                    <a:pt x="28870" y="224237"/>
                    <a:pt x="27880" y="223527"/>
                  </a:cubicBezTo>
                  <a:lnTo>
                    <a:pt x="27834" y="223521"/>
                  </a:lnTo>
                  <a:cubicBezTo>
                    <a:pt x="60207" y="149322"/>
                    <a:pt x="83497" y="95252"/>
                    <a:pt x="89719" y="81483"/>
                  </a:cubicBezTo>
                  <a:cubicBezTo>
                    <a:pt x="90919" y="78832"/>
                    <a:pt x="94838" y="68618"/>
                    <a:pt x="98353" y="54945"/>
                  </a:cubicBezTo>
                  <a:cubicBezTo>
                    <a:pt x="99013" y="52363"/>
                    <a:pt x="99820" y="48308"/>
                    <a:pt x="100014" y="43405"/>
                  </a:cubicBezTo>
                  <a:cubicBezTo>
                    <a:pt x="100691" y="34055"/>
                    <a:pt x="99621" y="24483"/>
                    <a:pt x="95003" y="16293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90AC99A-22CD-E461-A592-25B9677E199C}"/>
                </a:ext>
              </a:extLst>
            </p:cNvPr>
            <p:cNvSpPr/>
            <p:nvPr/>
          </p:nvSpPr>
          <p:spPr>
            <a:xfrm>
              <a:off x="7068989" y="3819144"/>
              <a:ext cx="79624" cy="22750"/>
            </a:xfrm>
            <a:custGeom>
              <a:avLst/>
              <a:gdLst>
                <a:gd name="connsiteX0" fmla="*/ 50995 w 79624"/>
                <a:gd name="connsiteY0" fmla="*/ 14742 h 22749"/>
                <a:gd name="connsiteX1" fmla="*/ 1235 w 79624"/>
                <a:gd name="connsiteY1" fmla="*/ 0 h 22749"/>
                <a:gd name="connsiteX2" fmla="*/ 2987 w 79624"/>
                <a:gd name="connsiteY2" fmla="*/ 20247 h 22749"/>
                <a:gd name="connsiteX3" fmla="*/ 81661 w 79624"/>
                <a:gd name="connsiteY3" fmla="*/ 24570 h 22749"/>
                <a:gd name="connsiteX4" fmla="*/ 61624 w 79624"/>
                <a:gd name="connsiteY4" fmla="*/ 7957 h 22749"/>
                <a:gd name="connsiteX5" fmla="*/ 50995 w 79624"/>
                <a:gd name="connsiteY5" fmla="*/ 14742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624" h="22749">
                  <a:moveTo>
                    <a:pt x="50995" y="14742"/>
                  </a:moveTo>
                  <a:cubicBezTo>
                    <a:pt x="36139" y="19286"/>
                    <a:pt x="1235" y="0"/>
                    <a:pt x="1235" y="0"/>
                  </a:cubicBezTo>
                  <a:cubicBezTo>
                    <a:pt x="1235" y="0"/>
                    <a:pt x="-2485" y="14816"/>
                    <a:pt x="2987" y="20247"/>
                  </a:cubicBezTo>
                  <a:cubicBezTo>
                    <a:pt x="8458" y="25679"/>
                    <a:pt x="76497" y="33038"/>
                    <a:pt x="81661" y="24570"/>
                  </a:cubicBezTo>
                  <a:cubicBezTo>
                    <a:pt x="83959" y="20799"/>
                    <a:pt x="73710" y="14168"/>
                    <a:pt x="61624" y="7957"/>
                  </a:cubicBezTo>
                  <a:cubicBezTo>
                    <a:pt x="60106" y="10334"/>
                    <a:pt x="57057" y="12882"/>
                    <a:pt x="50995" y="14742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F6AAFA4D-27AB-EFFC-DE93-0B64A1BCD973}"/>
                </a:ext>
              </a:extLst>
            </p:cNvPr>
            <p:cNvSpPr/>
            <p:nvPr/>
          </p:nvSpPr>
          <p:spPr>
            <a:xfrm>
              <a:off x="7002263" y="3337758"/>
              <a:ext cx="96687" cy="176311"/>
            </a:xfrm>
            <a:custGeom>
              <a:avLst/>
              <a:gdLst>
                <a:gd name="connsiteX0" fmla="*/ 3563 w 96686"/>
                <a:gd name="connsiteY0" fmla="*/ 4704 h 176310"/>
                <a:gd name="connsiteX1" fmla="*/ 16314 w 96686"/>
                <a:gd name="connsiteY1" fmla="*/ 115 h 176310"/>
                <a:gd name="connsiteX2" fmla="*/ 40503 w 96686"/>
                <a:gd name="connsiteY2" fmla="*/ 8942 h 176310"/>
                <a:gd name="connsiteX3" fmla="*/ 57844 w 96686"/>
                <a:gd name="connsiteY3" fmla="*/ 35462 h 176310"/>
                <a:gd name="connsiteX4" fmla="*/ 72125 w 96686"/>
                <a:gd name="connsiteY4" fmla="*/ 118084 h 176310"/>
                <a:gd name="connsiteX5" fmla="*/ 102211 w 96686"/>
                <a:gd name="connsiteY5" fmla="*/ 156844 h 176310"/>
                <a:gd name="connsiteX6" fmla="*/ 89466 w 96686"/>
                <a:gd name="connsiteY6" fmla="*/ 181328 h 176310"/>
                <a:gd name="connsiteX7" fmla="*/ 30299 w 96686"/>
                <a:gd name="connsiteY7" fmla="*/ 131347 h 176310"/>
                <a:gd name="connsiteX8" fmla="*/ 18862 w 96686"/>
                <a:gd name="connsiteY8" fmla="*/ 85284 h 176310"/>
                <a:gd name="connsiteX9" fmla="*/ 3563 w 96686"/>
                <a:gd name="connsiteY9" fmla="*/ 4704 h 176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86" h="176310">
                  <a:moveTo>
                    <a:pt x="3563" y="4704"/>
                  </a:moveTo>
                  <a:cubicBezTo>
                    <a:pt x="7481" y="917"/>
                    <a:pt x="13777" y="354"/>
                    <a:pt x="16314" y="115"/>
                  </a:cubicBezTo>
                  <a:cubicBezTo>
                    <a:pt x="28053" y="-989"/>
                    <a:pt x="37022" y="6166"/>
                    <a:pt x="40503" y="8942"/>
                  </a:cubicBezTo>
                  <a:cubicBezTo>
                    <a:pt x="50973" y="17296"/>
                    <a:pt x="55318" y="28245"/>
                    <a:pt x="57844" y="35462"/>
                  </a:cubicBezTo>
                  <a:cubicBezTo>
                    <a:pt x="68627" y="66328"/>
                    <a:pt x="71312" y="101220"/>
                    <a:pt x="72125" y="118084"/>
                  </a:cubicBezTo>
                  <a:cubicBezTo>
                    <a:pt x="82152" y="131005"/>
                    <a:pt x="92184" y="143927"/>
                    <a:pt x="102211" y="156844"/>
                  </a:cubicBezTo>
                  <a:cubicBezTo>
                    <a:pt x="97963" y="165005"/>
                    <a:pt x="93714" y="173167"/>
                    <a:pt x="89466" y="181328"/>
                  </a:cubicBezTo>
                  <a:cubicBezTo>
                    <a:pt x="71010" y="173878"/>
                    <a:pt x="44251" y="159409"/>
                    <a:pt x="30299" y="131347"/>
                  </a:cubicBezTo>
                  <a:cubicBezTo>
                    <a:pt x="24282" y="119238"/>
                    <a:pt x="26904" y="118374"/>
                    <a:pt x="18862" y="85284"/>
                  </a:cubicBezTo>
                  <a:cubicBezTo>
                    <a:pt x="7129" y="37009"/>
                    <a:pt x="-6635" y="14572"/>
                    <a:pt x="3563" y="4704"/>
                  </a:cubicBez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81E01A1-7B03-26F5-CE4B-431D0C9E358A}"/>
                </a:ext>
              </a:extLst>
            </p:cNvPr>
            <p:cNvSpPr/>
            <p:nvPr/>
          </p:nvSpPr>
          <p:spPr>
            <a:xfrm>
              <a:off x="6935206" y="3478124"/>
              <a:ext cx="210435" cy="153561"/>
            </a:xfrm>
            <a:custGeom>
              <a:avLst/>
              <a:gdLst>
                <a:gd name="connsiteX0" fmla="*/ 20638 w 210435"/>
                <a:gd name="connsiteY0" fmla="*/ 8161 h 153561"/>
                <a:gd name="connsiteX1" fmla="*/ 109380 w 210435"/>
                <a:gd name="connsiteY1" fmla="*/ 0 h 153561"/>
                <a:gd name="connsiteX2" fmla="*/ 127449 w 210435"/>
                <a:gd name="connsiteY2" fmla="*/ 28210 h 153561"/>
                <a:gd name="connsiteX3" fmla="*/ 171822 w 210435"/>
                <a:gd name="connsiteY3" fmla="*/ 40961 h 153561"/>
                <a:gd name="connsiteX4" fmla="*/ 211606 w 210435"/>
                <a:gd name="connsiteY4" fmla="*/ 50141 h 153561"/>
                <a:gd name="connsiteX5" fmla="*/ 188139 w 210435"/>
                <a:gd name="connsiteY5" fmla="*/ 64422 h 153561"/>
                <a:gd name="connsiteX6" fmla="*/ 169524 w 210435"/>
                <a:gd name="connsiteY6" fmla="*/ 95532 h 153561"/>
                <a:gd name="connsiteX7" fmla="*/ 145045 w 210435"/>
                <a:gd name="connsiteY7" fmla="*/ 148704 h 153561"/>
                <a:gd name="connsiteX8" fmla="*/ 98374 w 210435"/>
                <a:gd name="connsiteY8" fmla="*/ 155205 h 153561"/>
                <a:gd name="connsiteX9" fmla="*/ 29522 w 210435"/>
                <a:gd name="connsiteY9" fmla="*/ 144495 h 153561"/>
                <a:gd name="connsiteX10" fmla="*/ 5043 w 210435"/>
                <a:gd name="connsiteY10" fmla="*/ 106241 h 153561"/>
                <a:gd name="connsiteX11" fmla="*/ 20638 w 210435"/>
                <a:gd name="connsiteY11" fmla="*/ 8161 h 153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10435" h="153561">
                  <a:moveTo>
                    <a:pt x="20638" y="8161"/>
                  </a:moveTo>
                  <a:cubicBezTo>
                    <a:pt x="50219" y="5443"/>
                    <a:pt x="79799" y="2724"/>
                    <a:pt x="109380" y="0"/>
                  </a:cubicBezTo>
                  <a:cubicBezTo>
                    <a:pt x="111746" y="8184"/>
                    <a:pt x="116603" y="19969"/>
                    <a:pt x="127449" y="28210"/>
                  </a:cubicBezTo>
                  <a:cubicBezTo>
                    <a:pt x="137339" y="35723"/>
                    <a:pt x="146490" y="35951"/>
                    <a:pt x="171822" y="40961"/>
                  </a:cubicBezTo>
                  <a:cubicBezTo>
                    <a:pt x="181161" y="42810"/>
                    <a:pt x="194885" y="45738"/>
                    <a:pt x="211606" y="50141"/>
                  </a:cubicBezTo>
                  <a:cubicBezTo>
                    <a:pt x="205349" y="52399"/>
                    <a:pt x="196415" y="56539"/>
                    <a:pt x="188139" y="64422"/>
                  </a:cubicBezTo>
                  <a:cubicBezTo>
                    <a:pt x="178010" y="74079"/>
                    <a:pt x="174142" y="84328"/>
                    <a:pt x="169524" y="95532"/>
                  </a:cubicBezTo>
                  <a:cubicBezTo>
                    <a:pt x="164315" y="108192"/>
                    <a:pt x="156420" y="126250"/>
                    <a:pt x="145045" y="148704"/>
                  </a:cubicBezTo>
                  <a:cubicBezTo>
                    <a:pt x="134455" y="151178"/>
                    <a:pt x="118303" y="154249"/>
                    <a:pt x="98374" y="155205"/>
                  </a:cubicBezTo>
                  <a:cubicBezTo>
                    <a:pt x="69147" y="156610"/>
                    <a:pt x="47614" y="157554"/>
                    <a:pt x="29522" y="144495"/>
                  </a:cubicBezTo>
                  <a:cubicBezTo>
                    <a:pt x="13620" y="133012"/>
                    <a:pt x="8262" y="115694"/>
                    <a:pt x="5043" y="106241"/>
                  </a:cubicBezTo>
                  <a:cubicBezTo>
                    <a:pt x="-11018" y="59104"/>
                    <a:pt x="16009" y="15396"/>
                    <a:pt x="20638" y="8161"/>
                  </a:cubicBez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8677AE3E-45F0-C9C0-49B3-63D607BF58FE}"/>
                </a:ext>
              </a:extLst>
            </p:cNvPr>
            <p:cNvSpPr/>
            <p:nvPr/>
          </p:nvSpPr>
          <p:spPr>
            <a:xfrm>
              <a:off x="6946835" y="3337844"/>
              <a:ext cx="119436" cy="153561"/>
            </a:xfrm>
            <a:custGeom>
              <a:avLst/>
              <a:gdLst>
                <a:gd name="connsiteX0" fmla="*/ 0 w 119436"/>
                <a:gd name="connsiteY0" fmla="*/ 24917 h 153561"/>
                <a:gd name="connsiteX1" fmla="*/ 21794 w 119436"/>
                <a:gd name="connsiteY1" fmla="*/ 14645 h 153561"/>
                <a:gd name="connsiteX2" fmla="*/ 62459 w 119436"/>
                <a:gd name="connsiteY2" fmla="*/ 0 h 153561"/>
                <a:gd name="connsiteX3" fmla="*/ 77861 w 119436"/>
                <a:gd name="connsiteY3" fmla="*/ 1558 h 153561"/>
                <a:gd name="connsiteX4" fmla="*/ 93399 w 119436"/>
                <a:gd name="connsiteY4" fmla="*/ 6250 h 153561"/>
                <a:gd name="connsiteX5" fmla="*/ 101322 w 119436"/>
                <a:gd name="connsiteY5" fmla="*/ 30627 h 153561"/>
                <a:gd name="connsiteX6" fmla="*/ 118748 w 119436"/>
                <a:gd name="connsiteY6" fmla="*/ 94918 h 153561"/>
                <a:gd name="connsiteX7" fmla="*/ 101447 w 119436"/>
                <a:gd name="connsiteY7" fmla="*/ 121006 h 153561"/>
                <a:gd name="connsiteX8" fmla="*/ 104865 w 119436"/>
                <a:gd name="connsiteY8" fmla="*/ 156342 h 153561"/>
                <a:gd name="connsiteX9" fmla="*/ 49145 w 119436"/>
                <a:gd name="connsiteY9" fmla="*/ 158475 h 153561"/>
                <a:gd name="connsiteX10" fmla="*/ 5864 w 119436"/>
                <a:gd name="connsiteY10" fmla="*/ 152930 h 153561"/>
                <a:gd name="connsiteX11" fmla="*/ 12399 w 119436"/>
                <a:gd name="connsiteY11" fmla="*/ 115688 h 153561"/>
                <a:gd name="connsiteX12" fmla="*/ 0 w 119436"/>
                <a:gd name="connsiteY12" fmla="*/ 24917 h 153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9436" h="153561">
                  <a:moveTo>
                    <a:pt x="0" y="24917"/>
                  </a:moveTo>
                  <a:cubicBezTo>
                    <a:pt x="7263" y="21493"/>
                    <a:pt x="14531" y="18069"/>
                    <a:pt x="21794" y="14645"/>
                  </a:cubicBezTo>
                  <a:lnTo>
                    <a:pt x="62459" y="0"/>
                  </a:lnTo>
                  <a:cubicBezTo>
                    <a:pt x="66771" y="28"/>
                    <a:pt x="72009" y="404"/>
                    <a:pt x="77861" y="1558"/>
                  </a:cubicBezTo>
                  <a:cubicBezTo>
                    <a:pt x="84038" y="2775"/>
                    <a:pt x="89264" y="4538"/>
                    <a:pt x="93399" y="6250"/>
                  </a:cubicBezTo>
                  <a:cubicBezTo>
                    <a:pt x="95048" y="11671"/>
                    <a:pt x="97727" y="20224"/>
                    <a:pt x="101322" y="30627"/>
                  </a:cubicBezTo>
                  <a:cubicBezTo>
                    <a:pt x="114647" y="69222"/>
                    <a:pt x="122087" y="79778"/>
                    <a:pt x="118748" y="94918"/>
                  </a:cubicBezTo>
                  <a:cubicBezTo>
                    <a:pt x="117343" y="101265"/>
                    <a:pt x="113516" y="110843"/>
                    <a:pt x="101447" y="121006"/>
                  </a:cubicBezTo>
                  <a:cubicBezTo>
                    <a:pt x="102647" y="132660"/>
                    <a:pt x="103779" y="144455"/>
                    <a:pt x="104865" y="156342"/>
                  </a:cubicBezTo>
                  <a:cubicBezTo>
                    <a:pt x="89253" y="158395"/>
                    <a:pt x="70410" y="159635"/>
                    <a:pt x="49145" y="158475"/>
                  </a:cubicBezTo>
                  <a:cubicBezTo>
                    <a:pt x="32959" y="157588"/>
                    <a:pt x="18427" y="155478"/>
                    <a:pt x="5864" y="152930"/>
                  </a:cubicBezTo>
                  <a:cubicBezTo>
                    <a:pt x="8042" y="140514"/>
                    <a:pt x="10220" y="128104"/>
                    <a:pt x="12399" y="115688"/>
                  </a:cubicBezTo>
                  <a:cubicBezTo>
                    <a:pt x="12399" y="115688"/>
                    <a:pt x="34853" y="38584"/>
                    <a:pt x="0" y="24917"/>
                  </a:cubicBez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DA1FB09-D873-5584-BDDE-D547326CA725}"/>
                </a:ext>
              </a:extLst>
            </p:cNvPr>
            <p:cNvSpPr/>
            <p:nvPr/>
          </p:nvSpPr>
          <p:spPr>
            <a:xfrm>
              <a:off x="6689804" y="3212565"/>
              <a:ext cx="341247" cy="159248"/>
            </a:xfrm>
            <a:custGeom>
              <a:avLst/>
              <a:gdLst>
                <a:gd name="connsiteX0" fmla="*/ 312620 w 341246"/>
                <a:gd name="connsiteY0" fmla="*/ 134385 h 159248"/>
                <a:gd name="connsiteX1" fmla="*/ 226939 w 341246"/>
                <a:gd name="connsiteY1" fmla="*/ 142034 h 159248"/>
                <a:gd name="connsiteX2" fmla="*/ 159616 w 341246"/>
                <a:gd name="connsiteY2" fmla="*/ 163453 h 159248"/>
                <a:gd name="connsiteX3" fmla="*/ 89234 w 341246"/>
                <a:gd name="connsiteY3" fmla="*/ 148154 h 159248"/>
                <a:gd name="connsiteX4" fmla="*/ 44861 w 341246"/>
                <a:gd name="connsiteY4" fmla="*/ 164221 h 159248"/>
                <a:gd name="connsiteX5" fmla="*/ 3547 w 341246"/>
                <a:gd name="connsiteY5" fmla="*/ 80832 h 159248"/>
                <a:gd name="connsiteX6" fmla="*/ 52510 w 341246"/>
                <a:gd name="connsiteY6" fmla="*/ 45638 h 159248"/>
                <a:gd name="connsiteX7" fmla="*/ 158086 w 341246"/>
                <a:gd name="connsiteY7" fmla="*/ 52525 h 159248"/>
                <a:gd name="connsiteX8" fmla="*/ 259835 w 341246"/>
                <a:gd name="connsiteY8" fmla="*/ 2032 h 159248"/>
                <a:gd name="connsiteX9" fmla="*/ 311096 w 341246"/>
                <a:gd name="connsiteY9" fmla="*/ 6622 h 159248"/>
                <a:gd name="connsiteX10" fmla="*/ 334045 w 341246"/>
                <a:gd name="connsiteY10" fmla="*/ 24219 h 159248"/>
                <a:gd name="connsiteX11" fmla="*/ 312620 w 341246"/>
                <a:gd name="connsiteY11" fmla="*/ 134385 h 159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41246" h="159248">
                  <a:moveTo>
                    <a:pt x="312620" y="134385"/>
                  </a:moveTo>
                  <a:cubicBezTo>
                    <a:pt x="289745" y="148871"/>
                    <a:pt x="276926" y="130597"/>
                    <a:pt x="226939" y="142034"/>
                  </a:cubicBezTo>
                  <a:cubicBezTo>
                    <a:pt x="187832" y="150992"/>
                    <a:pt x="186876" y="164187"/>
                    <a:pt x="159616" y="163453"/>
                  </a:cubicBezTo>
                  <a:cubicBezTo>
                    <a:pt x="127369" y="162589"/>
                    <a:pt x="118633" y="143854"/>
                    <a:pt x="89234" y="148154"/>
                  </a:cubicBezTo>
                  <a:cubicBezTo>
                    <a:pt x="64403" y="151788"/>
                    <a:pt x="61036" y="166553"/>
                    <a:pt x="44861" y="164221"/>
                  </a:cubicBezTo>
                  <a:cubicBezTo>
                    <a:pt x="17840" y="160320"/>
                    <a:pt x="-10023" y="113756"/>
                    <a:pt x="3547" y="80832"/>
                  </a:cubicBezTo>
                  <a:cubicBezTo>
                    <a:pt x="13324" y="57121"/>
                    <a:pt x="41096" y="48982"/>
                    <a:pt x="52510" y="45638"/>
                  </a:cubicBezTo>
                  <a:cubicBezTo>
                    <a:pt x="99324" y="31925"/>
                    <a:pt x="114060" y="60897"/>
                    <a:pt x="158086" y="52525"/>
                  </a:cubicBezTo>
                  <a:cubicBezTo>
                    <a:pt x="201880" y="44193"/>
                    <a:pt x="205150" y="12105"/>
                    <a:pt x="259835" y="2032"/>
                  </a:cubicBezTo>
                  <a:cubicBezTo>
                    <a:pt x="279485" y="-1585"/>
                    <a:pt x="296007" y="-561"/>
                    <a:pt x="311096" y="6622"/>
                  </a:cubicBezTo>
                  <a:cubicBezTo>
                    <a:pt x="314571" y="8277"/>
                    <a:pt x="326054" y="13862"/>
                    <a:pt x="334045" y="24219"/>
                  </a:cubicBezTo>
                  <a:cubicBezTo>
                    <a:pt x="356840" y="53760"/>
                    <a:pt x="344919" y="113933"/>
                    <a:pt x="312620" y="134385"/>
                  </a:cubicBez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C7C6D1A6-6A37-B919-AA4D-E209A442A0FF}"/>
                </a:ext>
              </a:extLst>
            </p:cNvPr>
            <p:cNvSpPr/>
            <p:nvPr/>
          </p:nvSpPr>
          <p:spPr>
            <a:xfrm>
              <a:off x="6968630" y="3301450"/>
              <a:ext cx="39812" cy="68249"/>
            </a:xfrm>
            <a:custGeom>
              <a:avLst/>
              <a:gdLst>
                <a:gd name="connsiteX0" fmla="*/ 38618 w 39812"/>
                <a:gd name="connsiteY0" fmla="*/ 29432 h 68249"/>
                <a:gd name="connsiteX1" fmla="*/ 43372 w 39812"/>
                <a:gd name="connsiteY1" fmla="*/ 44243 h 68249"/>
                <a:gd name="connsiteX2" fmla="*/ 37827 w 39812"/>
                <a:gd name="connsiteY2" fmla="*/ 69933 h 68249"/>
                <a:gd name="connsiteX3" fmla="*/ 10948 w 39812"/>
                <a:gd name="connsiteY3" fmla="*/ 64831 h 68249"/>
                <a:gd name="connsiteX4" fmla="*/ 0 w 39812"/>
                <a:gd name="connsiteY4" fmla="*/ 51039 h 68249"/>
                <a:gd name="connsiteX5" fmla="*/ 5676 w 39812"/>
                <a:gd name="connsiteY5" fmla="*/ 37969 h 68249"/>
                <a:gd name="connsiteX6" fmla="*/ 13764 w 39812"/>
                <a:gd name="connsiteY6" fmla="*/ 0 h 68249"/>
                <a:gd name="connsiteX7" fmla="*/ 38618 w 39812"/>
                <a:gd name="connsiteY7" fmla="*/ 2943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812" h="68249">
                  <a:moveTo>
                    <a:pt x="38618" y="29432"/>
                  </a:moveTo>
                  <a:cubicBezTo>
                    <a:pt x="40387" y="36280"/>
                    <a:pt x="43372" y="44243"/>
                    <a:pt x="43372" y="44243"/>
                  </a:cubicBezTo>
                  <a:cubicBezTo>
                    <a:pt x="47234" y="54594"/>
                    <a:pt x="44578" y="65297"/>
                    <a:pt x="37827" y="69933"/>
                  </a:cubicBezTo>
                  <a:cubicBezTo>
                    <a:pt x="27493" y="77031"/>
                    <a:pt x="12888" y="66253"/>
                    <a:pt x="10948" y="64831"/>
                  </a:cubicBezTo>
                  <a:cubicBezTo>
                    <a:pt x="4749" y="60247"/>
                    <a:pt x="1553" y="54491"/>
                    <a:pt x="0" y="51039"/>
                  </a:cubicBezTo>
                  <a:cubicBezTo>
                    <a:pt x="1985" y="47069"/>
                    <a:pt x="3913" y="42718"/>
                    <a:pt x="5676" y="37969"/>
                  </a:cubicBezTo>
                  <a:cubicBezTo>
                    <a:pt x="10954" y="23773"/>
                    <a:pt x="13053" y="10641"/>
                    <a:pt x="13764" y="0"/>
                  </a:cubicBezTo>
                  <a:cubicBezTo>
                    <a:pt x="22050" y="9811"/>
                    <a:pt x="30331" y="19627"/>
                    <a:pt x="38618" y="29432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BCFFBE8-6DEC-45B1-8768-608869041BC7}"/>
                </a:ext>
              </a:extLst>
            </p:cNvPr>
            <p:cNvSpPr/>
            <p:nvPr/>
          </p:nvSpPr>
          <p:spPr>
            <a:xfrm>
              <a:off x="6981446" y="3310561"/>
              <a:ext cx="22750" cy="22750"/>
            </a:xfrm>
            <a:custGeom>
              <a:avLst/>
              <a:gdLst>
                <a:gd name="connsiteX0" fmla="*/ 27848 w 22749"/>
                <a:gd name="connsiteY0" fmla="*/ 27283 h 22749"/>
                <a:gd name="connsiteX1" fmla="*/ 25801 w 22749"/>
                <a:gd name="connsiteY1" fmla="*/ 20321 h 22749"/>
                <a:gd name="connsiteX2" fmla="*/ 173 w 22749"/>
                <a:gd name="connsiteY2" fmla="*/ 0 h 22749"/>
                <a:gd name="connsiteX3" fmla="*/ 5622 w 22749"/>
                <a:gd name="connsiteY3" fmla="*/ 19144 h 22749"/>
                <a:gd name="connsiteX4" fmla="*/ 18896 w 22749"/>
                <a:gd name="connsiteY4" fmla="*/ 25036 h 22749"/>
                <a:gd name="connsiteX5" fmla="*/ 27848 w 22749"/>
                <a:gd name="connsiteY5" fmla="*/ 27283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749" h="22749">
                  <a:moveTo>
                    <a:pt x="27848" y="27283"/>
                  </a:moveTo>
                  <a:cubicBezTo>
                    <a:pt x="27132" y="25059"/>
                    <a:pt x="26398" y="22636"/>
                    <a:pt x="25801" y="20321"/>
                  </a:cubicBezTo>
                  <a:cubicBezTo>
                    <a:pt x="17258" y="13542"/>
                    <a:pt x="8716" y="6768"/>
                    <a:pt x="173" y="0"/>
                  </a:cubicBezTo>
                  <a:cubicBezTo>
                    <a:pt x="-157" y="3458"/>
                    <a:pt x="-674" y="13530"/>
                    <a:pt x="5622" y="19144"/>
                  </a:cubicBezTo>
                  <a:cubicBezTo>
                    <a:pt x="6236" y="19690"/>
                    <a:pt x="10456" y="21476"/>
                    <a:pt x="18896" y="25036"/>
                  </a:cubicBezTo>
                  <a:cubicBezTo>
                    <a:pt x="22240" y="26452"/>
                    <a:pt x="27052" y="28443"/>
                    <a:pt x="27848" y="27283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F11864EA-34E7-B746-7F3B-AF26038840E2}"/>
                </a:ext>
              </a:extLst>
            </p:cNvPr>
            <p:cNvSpPr/>
            <p:nvPr/>
          </p:nvSpPr>
          <p:spPr>
            <a:xfrm>
              <a:off x="6972635" y="3258349"/>
              <a:ext cx="51187" cy="73937"/>
            </a:xfrm>
            <a:custGeom>
              <a:avLst/>
              <a:gdLst>
                <a:gd name="connsiteX0" fmla="*/ 50475 w 51187"/>
                <a:gd name="connsiteY0" fmla="*/ 866 h 73936"/>
                <a:gd name="connsiteX1" fmla="*/ 53955 w 51187"/>
                <a:gd name="connsiteY1" fmla="*/ 69365 h 73936"/>
                <a:gd name="connsiteX2" fmla="*/ 28629 w 51187"/>
                <a:gd name="connsiteY2" fmla="*/ 73102 h 73936"/>
                <a:gd name="connsiteX3" fmla="*/ 7984 w 51187"/>
                <a:gd name="connsiteY3" fmla="*/ 61397 h 73936"/>
                <a:gd name="connsiteX4" fmla="*/ 8092 w 51187"/>
                <a:gd name="connsiteY4" fmla="*/ 48248 h 73936"/>
                <a:gd name="connsiteX5" fmla="*/ 27 w 51187"/>
                <a:gd name="connsiteY5" fmla="*/ 44637 h 73936"/>
                <a:gd name="connsiteX6" fmla="*/ 7227 w 51187"/>
                <a:gd name="connsiteY6" fmla="*/ 31038 h 73936"/>
                <a:gd name="connsiteX7" fmla="*/ 9718 w 51187"/>
                <a:gd name="connsiteY7" fmla="*/ 35104 h 73936"/>
                <a:gd name="connsiteX8" fmla="*/ 50475 w 51187"/>
                <a:gd name="connsiteY8" fmla="*/ 866 h 7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1187" h="73936">
                  <a:moveTo>
                    <a:pt x="50475" y="866"/>
                  </a:moveTo>
                  <a:cubicBezTo>
                    <a:pt x="58261" y="7549"/>
                    <a:pt x="57049" y="62313"/>
                    <a:pt x="53955" y="69365"/>
                  </a:cubicBezTo>
                  <a:cubicBezTo>
                    <a:pt x="50861" y="76429"/>
                    <a:pt x="37223" y="74080"/>
                    <a:pt x="28629" y="73102"/>
                  </a:cubicBezTo>
                  <a:cubicBezTo>
                    <a:pt x="20041" y="72124"/>
                    <a:pt x="9986" y="64451"/>
                    <a:pt x="7984" y="61397"/>
                  </a:cubicBezTo>
                  <a:cubicBezTo>
                    <a:pt x="5987" y="58349"/>
                    <a:pt x="8092" y="48248"/>
                    <a:pt x="8092" y="48248"/>
                  </a:cubicBezTo>
                  <a:cubicBezTo>
                    <a:pt x="8092" y="48248"/>
                    <a:pt x="476" y="51723"/>
                    <a:pt x="27" y="44637"/>
                  </a:cubicBezTo>
                  <a:cubicBezTo>
                    <a:pt x="-417" y="37550"/>
                    <a:pt x="4730" y="26971"/>
                    <a:pt x="7227" y="31038"/>
                  </a:cubicBezTo>
                  <a:lnTo>
                    <a:pt x="9718" y="35104"/>
                  </a:lnTo>
                  <a:cubicBezTo>
                    <a:pt x="9718" y="35104"/>
                    <a:pt x="41938" y="-6460"/>
                    <a:pt x="50475" y="866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A179C154-12B4-7BF1-978E-23A2A6F81D7E}"/>
                </a:ext>
              </a:extLst>
            </p:cNvPr>
            <p:cNvSpPr/>
            <p:nvPr/>
          </p:nvSpPr>
          <p:spPr>
            <a:xfrm>
              <a:off x="7012679" y="3311761"/>
              <a:ext cx="11375" cy="5687"/>
            </a:xfrm>
            <a:custGeom>
              <a:avLst/>
              <a:gdLst>
                <a:gd name="connsiteX0" fmla="*/ 15959 w 11374"/>
                <a:gd name="connsiteY0" fmla="*/ 0 h 5687"/>
                <a:gd name="connsiteX1" fmla="*/ 11 w 11374"/>
                <a:gd name="connsiteY1" fmla="*/ 0 h 5687"/>
                <a:gd name="connsiteX2" fmla="*/ 0 w 11374"/>
                <a:gd name="connsiteY2" fmla="*/ 205 h 5687"/>
                <a:gd name="connsiteX3" fmla="*/ 9100 w 11374"/>
                <a:gd name="connsiteY3" fmla="*/ 9299 h 5687"/>
                <a:gd name="connsiteX4" fmla="*/ 15493 w 11374"/>
                <a:gd name="connsiteY4" fmla="*/ 6666 h 5687"/>
                <a:gd name="connsiteX5" fmla="*/ 15959 w 11374"/>
                <a:gd name="connsiteY5" fmla="*/ 0 h 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74" h="5687">
                  <a:moveTo>
                    <a:pt x="15959" y="0"/>
                  </a:moveTo>
                  <a:lnTo>
                    <a:pt x="11" y="0"/>
                  </a:lnTo>
                  <a:lnTo>
                    <a:pt x="0" y="205"/>
                  </a:lnTo>
                  <a:cubicBezTo>
                    <a:pt x="0" y="5227"/>
                    <a:pt x="4072" y="9299"/>
                    <a:pt x="9100" y="9299"/>
                  </a:cubicBezTo>
                  <a:cubicBezTo>
                    <a:pt x="11591" y="9299"/>
                    <a:pt x="13849" y="8292"/>
                    <a:pt x="15493" y="6666"/>
                  </a:cubicBezTo>
                  <a:cubicBezTo>
                    <a:pt x="15674" y="4652"/>
                    <a:pt x="15834" y="2406"/>
                    <a:pt x="15959" y="0"/>
                  </a:cubicBezTo>
                  <a:close/>
                </a:path>
              </a:pathLst>
            </a:custGeom>
            <a:solidFill>
              <a:srgbClr val="FFFFF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66FA08B2-643C-D9CC-D8B3-480D3999C4C2}"/>
                </a:ext>
              </a:extLst>
            </p:cNvPr>
            <p:cNvSpPr/>
            <p:nvPr/>
          </p:nvSpPr>
          <p:spPr>
            <a:xfrm>
              <a:off x="7075383" y="3440644"/>
              <a:ext cx="181998" cy="102374"/>
            </a:xfrm>
            <a:custGeom>
              <a:avLst/>
              <a:gdLst>
                <a:gd name="connsiteX0" fmla="*/ 29603 w 181998"/>
                <a:gd name="connsiteY0" fmla="*/ 0 h 102374"/>
                <a:gd name="connsiteX1" fmla="*/ 0 w 181998"/>
                <a:gd name="connsiteY1" fmla="*/ 102561 h 102374"/>
                <a:gd name="connsiteX2" fmla="*/ 145570 w 181998"/>
                <a:gd name="connsiteY2" fmla="*/ 102561 h 102374"/>
                <a:gd name="connsiteX3" fmla="*/ 182720 w 181998"/>
                <a:gd name="connsiteY3" fmla="*/ 0 h 102374"/>
                <a:gd name="connsiteX4" fmla="*/ 29603 w 181998"/>
                <a:gd name="connsiteY4" fmla="*/ 0 h 102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1998" h="102374">
                  <a:moveTo>
                    <a:pt x="29603" y="0"/>
                  </a:moveTo>
                  <a:lnTo>
                    <a:pt x="0" y="102561"/>
                  </a:lnTo>
                  <a:lnTo>
                    <a:pt x="145570" y="102561"/>
                  </a:lnTo>
                  <a:lnTo>
                    <a:pt x="182720" y="0"/>
                  </a:lnTo>
                  <a:lnTo>
                    <a:pt x="29603" y="0"/>
                  </a:ln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C19EE110-3164-85C7-DE75-962ABFFC482E}"/>
                </a:ext>
              </a:extLst>
            </p:cNvPr>
            <p:cNvSpPr/>
            <p:nvPr/>
          </p:nvSpPr>
          <p:spPr>
            <a:xfrm>
              <a:off x="6996862" y="3534823"/>
              <a:ext cx="176311" cy="5687"/>
            </a:xfrm>
            <a:custGeom>
              <a:avLst/>
              <a:gdLst>
                <a:gd name="connsiteX0" fmla="*/ 0 w 176310"/>
                <a:gd name="connsiteY0" fmla="*/ 0 h 5687"/>
                <a:gd name="connsiteX1" fmla="*/ 176891 w 176310"/>
                <a:gd name="connsiteY1" fmla="*/ 0 h 5687"/>
                <a:gd name="connsiteX2" fmla="*/ 176891 w 176310"/>
                <a:gd name="connsiteY2" fmla="*/ 8383 h 5687"/>
                <a:gd name="connsiteX3" fmla="*/ 0 w 176310"/>
                <a:gd name="connsiteY3" fmla="*/ 8383 h 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310" h="5687">
                  <a:moveTo>
                    <a:pt x="0" y="0"/>
                  </a:moveTo>
                  <a:lnTo>
                    <a:pt x="176891" y="0"/>
                  </a:lnTo>
                  <a:lnTo>
                    <a:pt x="176891" y="8383"/>
                  </a:lnTo>
                  <a:lnTo>
                    <a:pt x="0" y="8383"/>
                  </a:ln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AFC76C32-7CA0-917C-72D2-E6142FCE8786}"/>
                </a:ext>
              </a:extLst>
            </p:cNvPr>
            <p:cNvSpPr/>
            <p:nvPr/>
          </p:nvSpPr>
          <p:spPr>
            <a:xfrm>
              <a:off x="7008954" y="3502768"/>
              <a:ext cx="68249" cy="34125"/>
            </a:xfrm>
            <a:custGeom>
              <a:avLst/>
              <a:gdLst>
                <a:gd name="connsiteX0" fmla="*/ 12330 w 68249"/>
                <a:gd name="connsiteY0" fmla="*/ 16363 h 34124"/>
                <a:gd name="connsiteX1" fmla="*/ 13673 w 68249"/>
                <a:gd name="connsiteY1" fmla="*/ 19207 h 34124"/>
                <a:gd name="connsiteX2" fmla="*/ 19002 w 68249"/>
                <a:gd name="connsiteY2" fmla="*/ 24553 h 34124"/>
                <a:gd name="connsiteX3" fmla="*/ 27999 w 68249"/>
                <a:gd name="connsiteY3" fmla="*/ 29427 h 34124"/>
                <a:gd name="connsiteX4" fmla="*/ 33215 w 68249"/>
                <a:gd name="connsiteY4" fmla="*/ 33163 h 34124"/>
                <a:gd name="connsiteX5" fmla="*/ 40318 w 68249"/>
                <a:gd name="connsiteY5" fmla="*/ 37679 h 34124"/>
                <a:gd name="connsiteX6" fmla="*/ 42491 w 68249"/>
                <a:gd name="connsiteY6" fmla="*/ 34870 h 34124"/>
                <a:gd name="connsiteX7" fmla="*/ 38913 w 68249"/>
                <a:gd name="connsiteY7" fmla="*/ 30371 h 34124"/>
                <a:gd name="connsiteX8" fmla="*/ 34386 w 68249"/>
                <a:gd name="connsiteY8" fmla="*/ 25941 h 34124"/>
                <a:gd name="connsiteX9" fmla="*/ 33510 w 68249"/>
                <a:gd name="connsiteY9" fmla="*/ 22136 h 34124"/>
                <a:gd name="connsiteX10" fmla="*/ 39203 w 68249"/>
                <a:gd name="connsiteY10" fmla="*/ 22039 h 34124"/>
                <a:gd name="connsiteX11" fmla="*/ 45613 w 68249"/>
                <a:gd name="connsiteY11" fmla="*/ 24422 h 34124"/>
                <a:gd name="connsiteX12" fmla="*/ 53587 w 68249"/>
                <a:gd name="connsiteY12" fmla="*/ 32737 h 34124"/>
                <a:gd name="connsiteX13" fmla="*/ 58427 w 68249"/>
                <a:gd name="connsiteY13" fmla="*/ 33363 h 34124"/>
                <a:gd name="connsiteX14" fmla="*/ 59178 w 68249"/>
                <a:gd name="connsiteY14" fmla="*/ 30587 h 34124"/>
                <a:gd name="connsiteX15" fmla="*/ 51153 w 68249"/>
                <a:gd name="connsiteY15" fmla="*/ 21521 h 34124"/>
                <a:gd name="connsiteX16" fmla="*/ 57028 w 68249"/>
                <a:gd name="connsiteY16" fmla="*/ 24996 h 34124"/>
                <a:gd name="connsiteX17" fmla="*/ 65861 w 68249"/>
                <a:gd name="connsiteY17" fmla="*/ 31980 h 34124"/>
                <a:gd name="connsiteX18" fmla="*/ 67811 w 68249"/>
                <a:gd name="connsiteY18" fmla="*/ 30997 h 34124"/>
                <a:gd name="connsiteX19" fmla="*/ 68255 w 68249"/>
                <a:gd name="connsiteY19" fmla="*/ 29689 h 34124"/>
                <a:gd name="connsiteX20" fmla="*/ 67089 w 68249"/>
                <a:gd name="connsiteY20" fmla="*/ 27931 h 34124"/>
                <a:gd name="connsiteX21" fmla="*/ 68460 w 68249"/>
                <a:gd name="connsiteY21" fmla="*/ 26509 h 34124"/>
                <a:gd name="connsiteX22" fmla="*/ 67936 w 68249"/>
                <a:gd name="connsiteY22" fmla="*/ 23933 h 34124"/>
                <a:gd name="connsiteX23" fmla="*/ 60042 w 68249"/>
                <a:gd name="connsiteY23" fmla="*/ 15510 h 34124"/>
                <a:gd name="connsiteX24" fmla="*/ 44948 w 68249"/>
                <a:gd name="connsiteY24" fmla="*/ 11671 h 34124"/>
                <a:gd name="connsiteX25" fmla="*/ 32447 w 68249"/>
                <a:gd name="connsiteY25" fmla="*/ 6808 h 34124"/>
                <a:gd name="connsiteX26" fmla="*/ 19690 w 68249"/>
                <a:gd name="connsiteY26" fmla="*/ 3390 h 34124"/>
                <a:gd name="connsiteX27" fmla="*/ 7115 w 68249"/>
                <a:gd name="connsiteY27" fmla="*/ 0 h 34124"/>
                <a:gd name="connsiteX28" fmla="*/ 0 w 68249"/>
                <a:gd name="connsiteY28" fmla="*/ 14691 h 34124"/>
                <a:gd name="connsiteX29" fmla="*/ 12330 w 68249"/>
                <a:gd name="connsiteY29" fmla="*/ 16363 h 3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8249" h="34124">
                  <a:moveTo>
                    <a:pt x="12330" y="16363"/>
                  </a:moveTo>
                  <a:cubicBezTo>
                    <a:pt x="12586" y="17091"/>
                    <a:pt x="13001" y="18097"/>
                    <a:pt x="13673" y="19207"/>
                  </a:cubicBezTo>
                  <a:cubicBezTo>
                    <a:pt x="14577" y="20697"/>
                    <a:pt x="15970" y="22426"/>
                    <a:pt x="19002" y="24553"/>
                  </a:cubicBezTo>
                  <a:cubicBezTo>
                    <a:pt x="22767" y="27203"/>
                    <a:pt x="23574" y="26612"/>
                    <a:pt x="27999" y="29427"/>
                  </a:cubicBezTo>
                  <a:cubicBezTo>
                    <a:pt x="30257" y="30860"/>
                    <a:pt x="32259" y="32419"/>
                    <a:pt x="33215" y="33163"/>
                  </a:cubicBezTo>
                  <a:cubicBezTo>
                    <a:pt x="37366" y="36411"/>
                    <a:pt x="38675" y="38112"/>
                    <a:pt x="40318" y="37679"/>
                  </a:cubicBezTo>
                  <a:cubicBezTo>
                    <a:pt x="41507" y="37367"/>
                    <a:pt x="42445" y="36042"/>
                    <a:pt x="42491" y="34870"/>
                  </a:cubicBezTo>
                  <a:cubicBezTo>
                    <a:pt x="42514" y="34222"/>
                    <a:pt x="42269" y="33385"/>
                    <a:pt x="38913" y="30371"/>
                  </a:cubicBezTo>
                  <a:cubicBezTo>
                    <a:pt x="36110" y="27863"/>
                    <a:pt x="35188" y="27465"/>
                    <a:pt x="34386" y="25941"/>
                  </a:cubicBezTo>
                  <a:cubicBezTo>
                    <a:pt x="33624" y="24496"/>
                    <a:pt x="33505" y="23063"/>
                    <a:pt x="33510" y="22136"/>
                  </a:cubicBezTo>
                  <a:cubicBezTo>
                    <a:pt x="34841" y="21885"/>
                    <a:pt x="36838" y="21681"/>
                    <a:pt x="39203" y="22039"/>
                  </a:cubicBezTo>
                  <a:cubicBezTo>
                    <a:pt x="42161" y="22494"/>
                    <a:pt x="44356" y="23637"/>
                    <a:pt x="45613" y="24422"/>
                  </a:cubicBezTo>
                  <a:cubicBezTo>
                    <a:pt x="48269" y="27192"/>
                    <a:pt x="50931" y="29967"/>
                    <a:pt x="53587" y="32737"/>
                  </a:cubicBezTo>
                  <a:cubicBezTo>
                    <a:pt x="55123" y="34318"/>
                    <a:pt x="57324" y="34398"/>
                    <a:pt x="58427" y="33363"/>
                  </a:cubicBezTo>
                  <a:cubicBezTo>
                    <a:pt x="59451" y="32401"/>
                    <a:pt x="59206" y="30769"/>
                    <a:pt x="59178" y="30587"/>
                  </a:cubicBezTo>
                  <a:lnTo>
                    <a:pt x="51153" y="21521"/>
                  </a:lnTo>
                  <a:cubicBezTo>
                    <a:pt x="53843" y="22676"/>
                    <a:pt x="55765" y="23995"/>
                    <a:pt x="57028" y="24996"/>
                  </a:cubicBezTo>
                  <a:cubicBezTo>
                    <a:pt x="61186" y="28301"/>
                    <a:pt x="63449" y="32305"/>
                    <a:pt x="65861" y="31980"/>
                  </a:cubicBezTo>
                  <a:cubicBezTo>
                    <a:pt x="67191" y="31804"/>
                    <a:pt x="67811" y="30997"/>
                    <a:pt x="67811" y="30997"/>
                  </a:cubicBezTo>
                  <a:cubicBezTo>
                    <a:pt x="67925" y="30849"/>
                    <a:pt x="68323" y="30326"/>
                    <a:pt x="68255" y="29689"/>
                  </a:cubicBezTo>
                  <a:cubicBezTo>
                    <a:pt x="68209" y="29251"/>
                    <a:pt x="67959" y="28966"/>
                    <a:pt x="67089" y="27931"/>
                  </a:cubicBezTo>
                  <a:cubicBezTo>
                    <a:pt x="67481" y="27732"/>
                    <a:pt x="68187" y="27294"/>
                    <a:pt x="68460" y="26509"/>
                  </a:cubicBezTo>
                  <a:cubicBezTo>
                    <a:pt x="68795" y="25542"/>
                    <a:pt x="68301" y="24570"/>
                    <a:pt x="67936" y="23933"/>
                  </a:cubicBezTo>
                  <a:cubicBezTo>
                    <a:pt x="67567" y="23301"/>
                    <a:pt x="58694" y="14418"/>
                    <a:pt x="60042" y="15510"/>
                  </a:cubicBezTo>
                  <a:lnTo>
                    <a:pt x="44948" y="11671"/>
                  </a:lnTo>
                  <a:cubicBezTo>
                    <a:pt x="44948" y="11671"/>
                    <a:pt x="35979" y="7820"/>
                    <a:pt x="32447" y="6808"/>
                  </a:cubicBezTo>
                  <a:cubicBezTo>
                    <a:pt x="28915" y="5796"/>
                    <a:pt x="19690" y="3390"/>
                    <a:pt x="19690" y="3390"/>
                  </a:cubicBezTo>
                  <a:lnTo>
                    <a:pt x="7115" y="0"/>
                  </a:lnTo>
                  <a:cubicBezTo>
                    <a:pt x="4743" y="4897"/>
                    <a:pt x="2372" y="9794"/>
                    <a:pt x="0" y="14691"/>
                  </a:cubicBezTo>
                  <a:cubicBezTo>
                    <a:pt x="4106" y="15248"/>
                    <a:pt x="8218" y="15805"/>
                    <a:pt x="12330" y="16363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0BB52364-AE5E-8D5D-E0EF-D2D8258297D6}"/>
                </a:ext>
              </a:extLst>
            </p:cNvPr>
            <p:cNvSpPr/>
            <p:nvPr/>
          </p:nvSpPr>
          <p:spPr>
            <a:xfrm>
              <a:off x="7060311" y="3519745"/>
              <a:ext cx="11375" cy="5687"/>
            </a:xfrm>
            <a:custGeom>
              <a:avLst/>
              <a:gdLst>
                <a:gd name="connsiteX0" fmla="*/ 8463 w 11374"/>
                <a:gd name="connsiteY0" fmla="*/ 1888 h 5687"/>
                <a:gd name="connsiteX1" fmla="*/ 10692 w 11374"/>
                <a:gd name="connsiteY1" fmla="*/ 4055 h 5687"/>
                <a:gd name="connsiteX2" fmla="*/ 13286 w 11374"/>
                <a:gd name="connsiteY2" fmla="*/ 6734 h 5687"/>
                <a:gd name="connsiteX3" fmla="*/ 16602 w 11374"/>
                <a:gd name="connsiteY3" fmla="*/ 10323 h 5687"/>
                <a:gd name="connsiteX4" fmla="*/ 15731 w 11374"/>
                <a:gd name="connsiteY4" fmla="*/ 10954 h 5687"/>
                <a:gd name="connsiteX5" fmla="*/ 7809 w 11374"/>
                <a:gd name="connsiteY5" fmla="*/ 2611 h 5687"/>
                <a:gd name="connsiteX6" fmla="*/ 6296 w 11374"/>
                <a:gd name="connsiteY6" fmla="*/ 1968 h 5687"/>
                <a:gd name="connsiteX7" fmla="*/ 0 w 11374"/>
                <a:gd name="connsiteY7" fmla="*/ 0 h 5687"/>
                <a:gd name="connsiteX8" fmla="*/ 6694 w 11374"/>
                <a:gd name="connsiteY8" fmla="*/ 1155 h 5687"/>
                <a:gd name="connsiteX9" fmla="*/ 8463 w 11374"/>
                <a:gd name="connsiteY9" fmla="*/ 1888 h 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74" h="5687">
                  <a:moveTo>
                    <a:pt x="8463" y="1888"/>
                  </a:moveTo>
                  <a:cubicBezTo>
                    <a:pt x="9441" y="2480"/>
                    <a:pt x="9896" y="3134"/>
                    <a:pt x="10692" y="4055"/>
                  </a:cubicBezTo>
                  <a:cubicBezTo>
                    <a:pt x="11369" y="4852"/>
                    <a:pt x="10897" y="4215"/>
                    <a:pt x="13286" y="6734"/>
                  </a:cubicBezTo>
                  <a:cubicBezTo>
                    <a:pt x="14173" y="7678"/>
                    <a:pt x="15305" y="8884"/>
                    <a:pt x="16602" y="10323"/>
                  </a:cubicBezTo>
                  <a:lnTo>
                    <a:pt x="15731" y="10954"/>
                  </a:lnTo>
                  <a:cubicBezTo>
                    <a:pt x="13093" y="8173"/>
                    <a:pt x="10448" y="5392"/>
                    <a:pt x="7809" y="2611"/>
                  </a:cubicBezTo>
                  <a:cubicBezTo>
                    <a:pt x="7320" y="2389"/>
                    <a:pt x="6814" y="2173"/>
                    <a:pt x="6296" y="1968"/>
                  </a:cubicBezTo>
                  <a:cubicBezTo>
                    <a:pt x="4089" y="1081"/>
                    <a:pt x="1973" y="450"/>
                    <a:pt x="0" y="0"/>
                  </a:cubicBezTo>
                  <a:cubicBezTo>
                    <a:pt x="1348" y="131"/>
                    <a:pt x="4254" y="467"/>
                    <a:pt x="6694" y="1155"/>
                  </a:cubicBezTo>
                  <a:cubicBezTo>
                    <a:pt x="7223" y="1302"/>
                    <a:pt x="7809" y="1490"/>
                    <a:pt x="8463" y="1888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2B93DAFD-42F3-977D-3FCC-D8976F8A0218}"/>
                </a:ext>
              </a:extLst>
            </p:cNvPr>
            <p:cNvSpPr/>
            <p:nvPr/>
          </p:nvSpPr>
          <p:spPr>
            <a:xfrm>
              <a:off x="7020107" y="3516083"/>
              <a:ext cx="5687" cy="5687"/>
            </a:xfrm>
            <a:custGeom>
              <a:avLst/>
              <a:gdLst>
                <a:gd name="connsiteX0" fmla="*/ 1177 w 0"/>
                <a:gd name="connsiteY0" fmla="*/ 3049 h 0"/>
                <a:gd name="connsiteX1" fmla="*/ 0 w 0"/>
                <a:gd name="connsiteY1" fmla="*/ 2889 h 0"/>
                <a:gd name="connsiteX2" fmla="*/ 2309 w 0"/>
                <a:gd name="connsiteY2" fmla="*/ 899 h 0"/>
                <a:gd name="connsiteX3" fmla="*/ 5568 w 0"/>
                <a:gd name="connsiteY3" fmla="*/ 0 h 0"/>
                <a:gd name="connsiteX4" fmla="*/ 1626 w 0"/>
                <a:gd name="connsiteY4" fmla="*/ 4504 h 0"/>
                <a:gd name="connsiteX5" fmla="*/ 1177 w 0"/>
                <a:gd name="connsiteY5" fmla="*/ 3049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>
                  <a:moveTo>
                    <a:pt x="1177" y="3049"/>
                  </a:moveTo>
                  <a:lnTo>
                    <a:pt x="0" y="2889"/>
                  </a:lnTo>
                  <a:cubicBezTo>
                    <a:pt x="398" y="2366"/>
                    <a:pt x="1132" y="1547"/>
                    <a:pt x="2309" y="899"/>
                  </a:cubicBezTo>
                  <a:cubicBezTo>
                    <a:pt x="3657" y="159"/>
                    <a:pt x="4908" y="28"/>
                    <a:pt x="5568" y="0"/>
                  </a:cubicBezTo>
                  <a:cubicBezTo>
                    <a:pt x="3225" y="990"/>
                    <a:pt x="2053" y="3401"/>
                    <a:pt x="1626" y="4504"/>
                  </a:cubicBezTo>
                  <a:cubicBezTo>
                    <a:pt x="1393" y="3976"/>
                    <a:pt x="1257" y="3469"/>
                    <a:pt x="1177" y="3049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9853F31C-6DFD-2950-766F-2FE53394582B}"/>
                </a:ext>
              </a:extLst>
            </p:cNvPr>
            <p:cNvSpPr/>
            <p:nvPr/>
          </p:nvSpPr>
          <p:spPr>
            <a:xfrm>
              <a:off x="7049744" y="3519444"/>
              <a:ext cx="22750" cy="11375"/>
            </a:xfrm>
            <a:custGeom>
              <a:avLst/>
              <a:gdLst>
                <a:gd name="connsiteX0" fmla="*/ 12711 w 22749"/>
                <a:gd name="connsiteY0" fmla="*/ 4715 h 11374"/>
                <a:gd name="connsiteX1" fmla="*/ 19906 w 22749"/>
                <a:gd name="connsiteY1" fmla="*/ 10397 h 11374"/>
                <a:gd name="connsiteX2" fmla="*/ 22044 w 22749"/>
                <a:gd name="connsiteY2" fmla="*/ 12649 h 11374"/>
                <a:gd name="connsiteX3" fmla="*/ 25184 w 22749"/>
                <a:gd name="connsiteY3" fmla="*/ 15282 h 11374"/>
                <a:gd name="connsiteX4" fmla="*/ 25070 w 22749"/>
                <a:gd name="connsiteY4" fmla="*/ 15305 h 11374"/>
                <a:gd name="connsiteX5" fmla="*/ 16238 w 22749"/>
                <a:gd name="connsiteY5" fmla="*/ 8321 h 11374"/>
                <a:gd name="connsiteX6" fmla="*/ 10362 w 22749"/>
                <a:gd name="connsiteY6" fmla="*/ 4846 h 11374"/>
                <a:gd name="connsiteX7" fmla="*/ 7342 w 22749"/>
                <a:gd name="connsiteY7" fmla="*/ 2537 h 11374"/>
                <a:gd name="connsiteX8" fmla="*/ 0 w 22749"/>
                <a:gd name="connsiteY8" fmla="*/ 0 h 11374"/>
                <a:gd name="connsiteX9" fmla="*/ 9379 w 22749"/>
                <a:gd name="connsiteY9" fmla="*/ 2810 h 11374"/>
                <a:gd name="connsiteX10" fmla="*/ 12711 w 22749"/>
                <a:gd name="connsiteY10" fmla="*/ 4715 h 1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749" h="11374">
                  <a:moveTo>
                    <a:pt x="12711" y="4715"/>
                  </a:moveTo>
                  <a:cubicBezTo>
                    <a:pt x="14520" y="5858"/>
                    <a:pt x="17267" y="7593"/>
                    <a:pt x="19906" y="10397"/>
                  </a:cubicBezTo>
                  <a:cubicBezTo>
                    <a:pt x="20628" y="11165"/>
                    <a:pt x="21021" y="11665"/>
                    <a:pt x="22044" y="12649"/>
                  </a:cubicBezTo>
                  <a:cubicBezTo>
                    <a:pt x="23313" y="13855"/>
                    <a:pt x="24439" y="14736"/>
                    <a:pt x="25184" y="15282"/>
                  </a:cubicBezTo>
                  <a:lnTo>
                    <a:pt x="25070" y="15305"/>
                  </a:lnTo>
                  <a:cubicBezTo>
                    <a:pt x="22659" y="15629"/>
                    <a:pt x="20395" y="11625"/>
                    <a:pt x="16238" y="8321"/>
                  </a:cubicBezTo>
                  <a:cubicBezTo>
                    <a:pt x="14975" y="7320"/>
                    <a:pt x="13053" y="6000"/>
                    <a:pt x="10362" y="4846"/>
                  </a:cubicBezTo>
                  <a:cubicBezTo>
                    <a:pt x="10362" y="4846"/>
                    <a:pt x="7957" y="2741"/>
                    <a:pt x="7342" y="2537"/>
                  </a:cubicBezTo>
                  <a:cubicBezTo>
                    <a:pt x="6734" y="2332"/>
                    <a:pt x="0" y="0"/>
                    <a:pt x="0" y="0"/>
                  </a:cubicBezTo>
                  <a:cubicBezTo>
                    <a:pt x="4214" y="563"/>
                    <a:pt x="7348" y="1809"/>
                    <a:pt x="9379" y="2810"/>
                  </a:cubicBezTo>
                  <a:cubicBezTo>
                    <a:pt x="10800" y="3509"/>
                    <a:pt x="11864" y="4175"/>
                    <a:pt x="12711" y="4715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AEB7B923-A7C3-30A6-B86D-82D20504CED4}"/>
                </a:ext>
              </a:extLst>
            </p:cNvPr>
            <p:cNvSpPr/>
            <p:nvPr/>
          </p:nvSpPr>
          <p:spPr>
            <a:xfrm>
              <a:off x="6909762" y="3352307"/>
              <a:ext cx="113749" cy="170623"/>
            </a:xfrm>
            <a:custGeom>
              <a:avLst/>
              <a:gdLst>
                <a:gd name="connsiteX0" fmla="*/ 67717 w 113748"/>
                <a:gd name="connsiteY0" fmla="*/ 40802 h 170623"/>
                <a:gd name="connsiteX1" fmla="*/ 62621 w 113748"/>
                <a:gd name="connsiteY1" fmla="*/ 56613 h 170623"/>
                <a:gd name="connsiteX2" fmla="*/ 51906 w 113748"/>
                <a:gd name="connsiteY2" fmla="*/ 94867 h 170623"/>
                <a:gd name="connsiteX3" fmla="*/ 116680 w 113748"/>
                <a:gd name="connsiteY3" fmla="*/ 148414 h 170623"/>
                <a:gd name="connsiteX4" fmla="*/ 106989 w 113748"/>
                <a:gd name="connsiteY4" fmla="*/ 170857 h 170623"/>
                <a:gd name="connsiteX5" fmla="*/ 64657 w 113748"/>
                <a:gd name="connsiteY5" fmla="*/ 155046 h 170623"/>
                <a:gd name="connsiteX6" fmla="*/ 3966 w 113748"/>
                <a:gd name="connsiteY6" fmla="*/ 109142 h 170623"/>
                <a:gd name="connsiteX7" fmla="*/ 10086 w 113748"/>
                <a:gd name="connsiteY7" fmla="*/ 46410 h 170623"/>
                <a:gd name="connsiteX8" fmla="*/ 39667 w 113748"/>
                <a:gd name="connsiteY8" fmla="*/ 5608 h 170623"/>
                <a:gd name="connsiteX9" fmla="*/ 58537 w 113748"/>
                <a:gd name="connsiteY9" fmla="*/ 0 h 170623"/>
                <a:gd name="connsiteX10" fmla="*/ 67717 w 113748"/>
                <a:gd name="connsiteY10" fmla="*/ 40802 h 170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3748" h="170623">
                  <a:moveTo>
                    <a:pt x="67717" y="40802"/>
                  </a:moveTo>
                  <a:cubicBezTo>
                    <a:pt x="66813" y="45750"/>
                    <a:pt x="65431" y="48605"/>
                    <a:pt x="62621" y="56613"/>
                  </a:cubicBezTo>
                  <a:cubicBezTo>
                    <a:pt x="59140" y="66515"/>
                    <a:pt x="55210" y="79351"/>
                    <a:pt x="51906" y="94867"/>
                  </a:cubicBezTo>
                  <a:cubicBezTo>
                    <a:pt x="73501" y="112714"/>
                    <a:pt x="95091" y="130567"/>
                    <a:pt x="116680" y="148414"/>
                  </a:cubicBezTo>
                  <a:cubicBezTo>
                    <a:pt x="113450" y="155899"/>
                    <a:pt x="110219" y="163378"/>
                    <a:pt x="106989" y="170857"/>
                  </a:cubicBezTo>
                  <a:cubicBezTo>
                    <a:pt x="96313" y="167899"/>
                    <a:pt x="81469" y="163053"/>
                    <a:pt x="64657" y="155046"/>
                  </a:cubicBezTo>
                  <a:cubicBezTo>
                    <a:pt x="32859" y="139900"/>
                    <a:pt x="12691" y="130294"/>
                    <a:pt x="3966" y="109142"/>
                  </a:cubicBezTo>
                  <a:cubicBezTo>
                    <a:pt x="-4991" y="87439"/>
                    <a:pt x="3056" y="65542"/>
                    <a:pt x="10086" y="46410"/>
                  </a:cubicBezTo>
                  <a:cubicBezTo>
                    <a:pt x="15114" y="32731"/>
                    <a:pt x="21922" y="14998"/>
                    <a:pt x="39667" y="5608"/>
                  </a:cubicBezTo>
                  <a:cubicBezTo>
                    <a:pt x="46895" y="1786"/>
                    <a:pt x="53783" y="484"/>
                    <a:pt x="58537" y="0"/>
                  </a:cubicBezTo>
                  <a:cubicBezTo>
                    <a:pt x="68030" y="16454"/>
                    <a:pt x="69713" y="29905"/>
                    <a:pt x="67717" y="40802"/>
                  </a:cubicBez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C3AB48DB-3070-BF76-AB23-97A0282D155C}"/>
                </a:ext>
              </a:extLst>
            </p:cNvPr>
            <p:cNvSpPr/>
            <p:nvPr/>
          </p:nvSpPr>
          <p:spPr>
            <a:xfrm>
              <a:off x="7189024" y="2864091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52 w 68249"/>
                <a:gd name="connsiteY1" fmla="*/ 0 h 68249"/>
                <a:gd name="connsiteX2" fmla="*/ 71252 w 68249"/>
                <a:gd name="connsiteY2" fmla="*/ 71252 h 68249"/>
                <a:gd name="connsiteX3" fmla="*/ 0 w 68249"/>
                <a:gd name="connsiteY3" fmla="*/ 7125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52" y="0"/>
                  </a:lnTo>
                  <a:lnTo>
                    <a:pt x="71252" y="71252"/>
                  </a:lnTo>
                  <a:lnTo>
                    <a:pt x="0" y="71252"/>
                  </a:ln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81717F47-6AF7-5C0B-7C1A-6FA689043767}"/>
                </a:ext>
              </a:extLst>
            </p:cNvPr>
            <p:cNvSpPr/>
            <p:nvPr/>
          </p:nvSpPr>
          <p:spPr>
            <a:xfrm>
              <a:off x="7523167" y="2832645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52 w 68249"/>
                <a:gd name="connsiteY1" fmla="*/ 0 h 68249"/>
                <a:gd name="connsiteX2" fmla="*/ 71252 w 68249"/>
                <a:gd name="connsiteY2" fmla="*/ 71252 h 68249"/>
                <a:gd name="connsiteX3" fmla="*/ 0 w 68249"/>
                <a:gd name="connsiteY3" fmla="*/ 7125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52" y="0"/>
                  </a:lnTo>
                  <a:lnTo>
                    <a:pt x="71252" y="71252"/>
                  </a:lnTo>
                  <a:lnTo>
                    <a:pt x="0" y="71252"/>
                  </a:lnTo>
                  <a:close/>
                </a:path>
              </a:pathLst>
            </a:custGeom>
            <a:solidFill>
              <a:schemeClr val="accent1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5A48022F-1367-088A-5D21-C58F5A1674E8}"/>
                </a:ext>
              </a:extLst>
            </p:cNvPr>
            <p:cNvSpPr/>
            <p:nvPr/>
          </p:nvSpPr>
          <p:spPr>
            <a:xfrm>
              <a:off x="7968562" y="2917906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47 w 68249"/>
                <a:gd name="connsiteY1" fmla="*/ 0 h 68249"/>
                <a:gd name="connsiteX2" fmla="*/ 71247 w 68249"/>
                <a:gd name="connsiteY2" fmla="*/ 71247 h 68249"/>
                <a:gd name="connsiteX3" fmla="*/ 0 w 68249"/>
                <a:gd name="connsiteY3" fmla="*/ 71247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47" y="0"/>
                  </a:lnTo>
                  <a:lnTo>
                    <a:pt x="71247" y="71247"/>
                  </a:lnTo>
                  <a:lnTo>
                    <a:pt x="0" y="71247"/>
                  </a:ln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2DBB4D32-C3D5-9AEA-6827-058DAF79543B}"/>
                </a:ext>
              </a:extLst>
            </p:cNvPr>
            <p:cNvSpPr/>
            <p:nvPr/>
          </p:nvSpPr>
          <p:spPr>
            <a:xfrm>
              <a:off x="8375430" y="2912008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46 w 68249"/>
                <a:gd name="connsiteY1" fmla="*/ 0 h 68249"/>
                <a:gd name="connsiteX2" fmla="*/ 71246 w 68249"/>
                <a:gd name="connsiteY2" fmla="*/ 71252 h 68249"/>
                <a:gd name="connsiteX3" fmla="*/ 0 w 68249"/>
                <a:gd name="connsiteY3" fmla="*/ 7125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46" y="0"/>
                  </a:lnTo>
                  <a:lnTo>
                    <a:pt x="71246" y="71252"/>
                  </a:lnTo>
                  <a:lnTo>
                    <a:pt x="0" y="71252"/>
                  </a:lnTo>
                  <a:close/>
                </a:path>
              </a:pathLst>
            </a:custGeom>
            <a:solidFill>
              <a:schemeClr val="accent1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435C531-637B-1A61-D17F-62E61DF9D687}"/>
                </a:ext>
              </a:extLst>
            </p:cNvPr>
            <p:cNvSpPr/>
            <p:nvPr/>
          </p:nvSpPr>
          <p:spPr>
            <a:xfrm>
              <a:off x="7295163" y="2976128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52 w 68249"/>
                <a:gd name="connsiteY1" fmla="*/ 0 h 68249"/>
                <a:gd name="connsiteX2" fmla="*/ 71252 w 68249"/>
                <a:gd name="connsiteY2" fmla="*/ 71252 h 68249"/>
                <a:gd name="connsiteX3" fmla="*/ 0 w 68249"/>
                <a:gd name="connsiteY3" fmla="*/ 7125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52" y="0"/>
                  </a:lnTo>
                  <a:lnTo>
                    <a:pt x="71252" y="71252"/>
                  </a:lnTo>
                  <a:lnTo>
                    <a:pt x="0" y="71252"/>
                  </a:ln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9BC540F2-0D3F-9043-816F-C436F0951BB6}"/>
                </a:ext>
              </a:extLst>
            </p:cNvPr>
            <p:cNvSpPr/>
            <p:nvPr/>
          </p:nvSpPr>
          <p:spPr>
            <a:xfrm>
              <a:off x="7652897" y="2930924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47 w 68249"/>
                <a:gd name="connsiteY1" fmla="*/ 0 h 68249"/>
                <a:gd name="connsiteX2" fmla="*/ 71247 w 68249"/>
                <a:gd name="connsiteY2" fmla="*/ 71247 h 68249"/>
                <a:gd name="connsiteX3" fmla="*/ 0 w 68249"/>
                <a:gd name="connsiteY3" fmla="*/ 71247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47" y="0"/>
                  </a:lnTo>
                  <a:lnTo>
                    <a:pt x="71247" y="71247"/>
                  </a:lnTo>
                  <a:lnTo>
                    <a:pt x="0" y="71247"/>
                  </a:ln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DFCC114-F163-189F-136B-BA8C29A091C6}"/>
                </a:ext>
              </a:extLst>
            </p:cNvPr>
            <p:cNvSpPr/>
            <p:nvPr/>
          </p:nvSpPr>
          <p:spPr>
            <a:xfrm>
              <a:off x="8091212" y="3196272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52 w 68249"/>
                <a:gd name="connsiteY1" fmla="*/ 0 h 68249"/>
                <a:gd name="connsiteX2" fmla="*/ 71252 w 68249"/>
                <a:gd name="connsiteY2" fmla="*/ 71252 h 68249"/>
                <a:gd name="connsiteX3" fmla="*/ 0 w 68249"/>
                <a:gd name="connsiteY3" fmla="*/ 7125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52" y="0"/>
                  </a:lnTo>
                  <a:lnTo>
                    <a:pt x="71252" y="71252"/>
                  </a:lnTo>
                  <a:lnTo>
                    <a:pt x="0" y="71252"/>
                  </a:ln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1597B58-85FB-BD70-5EFE-31AD1647296C}"/>
                </a:ext>
              </a:extLst>
            </p:cNvPr>
            <p:cNvSpPr/>
            <p:nvPr/>
          </p:nvSpPr>
          <p:spPr>
            <a:xfrm>
              <a:off x="8268108" y="2997752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52 w 68249"/>
                <a:gd name="connsiteY1" fmla="*/ 0 h 68249"/>
                <a:gd name="connsiteX2" fmla="*/ 71252 w 68249"/>
                <a:gd name="connsiteY2" fmla="*/ 71252 h 68249"/>
                <a:gd name="connsiteX3" fmla="*/ 0 w 68249"/>
                <a:gd name="connsiteY3" fmla="*/ 7125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52" y="0"/>
                  </a:lnTo>
                  <a:lnTo>
                    <a:pt x="71252" y="71252"/>
                  </a:lnTo>
                  <a:lnTo>
                    <a:pt x="0" y="71252"/>
                  </a:ln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A2F7579-3B6C-1AC6-0BB1-A9B40C13192F}"/>
                </a:ext>
              </a:extLst>
            </p:cNvPr>
            <p:cNvSpPr/>
            <p:nvPr/>
          </p:nvSpPr>
          <p:spPr>
            <a:xfrm>
              <a:off x="7532995" y="3035095"/>
              <a:ext cx="68249" cy="68249"/>
            </a:xfrm>
            <a:custGeom>
              <a:avLst/>
              <a:gdLst>
                <a:gd name="connsiteX0" fmla="*/ 0 w 68249"/>
                <a:gd name="connsiteY0" fmla="*/ 0 h 68249"/>
                <a:gd name="connsiteX1" fmla="*/ 71252 w 68249"/>
                <a:gd name="connsiteY1" fmla="*/ 0 h 68249"/>
                <a:gd name="connsiteX2" fmla="*/ 71252 w 68249"/>
                <a:gd name="connsiteY2" fmla="*/ 71252 h 68249"/>
                <a:gd name="connsiteX3" fmla="*/ 0 w 68249"/>
                <a:gd name="connsiteY3" fmla="*/ 71252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249" h="68249">
                  <a:moveTo>
                    <a:pt x="0" y="0"/>
                  </a:moveTo>
                  <a:lnTo>
                    <a:pt x="71252" y="0"/>
                  </a:lnTo>
                  <a:lnTo>
                    <a:pt x="71252" y="71252"/>
                  </a:lnTo>
                  <a:lnTo>
                    <a:pt x="0" y="71252"/>
                  </a:ln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B8E0D0DF-05DE-FD27-6EFA-9C6ACEB15512}"/>
                </a:ext>
              </a:extLst>
            </p:cNvPr>
            <p:cNvSpPr/>
            <p:nvPr/>
          </p:nvSpPr>
          <p:spPr>
            <a:xfrm>
              <a:off x="8419821" y="3303419"/>
              <a:ext cx="85312" cy="85312"/>
            </a:xfrm>
            <a:custGeom>
              <a:avLst/>
              <a:gdLst>
                <a:gd name="connsiteX0" fmla="*/ 2087 w 85311"/>
                <a:gd name="connsiteY0" fmla="*/ 21526 h 85311"/>
                <a:gd name="connsiteX1" fmla="*/ 32651 w 85311"/>
                <a:gd name="connsiteY1" fmla="*/ 4418 h 85311"/>
                <a:gd name="connsiteX2" fmla="*/ 67544 w 85311"/>
                <a:gd name="connsiteY2" fmla="*/ 4242 h 85311"/>
                <a:gd name="connsiteX3" fmla="*/ 85124 w 85311"/>
                <a:gd name="connsiteY3" fmla="*/ 22789 h 85311"/>
                <a:gd name="connsiteX4" fmla="*/ 86210 w 85311"/>
                <a:gd name="connsiteY4" fmla="*/ 25331 h 85311"/>
                <a:gd name="connsiteX5" fmla="*/ 63307 w 85311"/>
                <a:gd name="connsiteY5" fmla="*/ 73942 h 85311"/>
                <a:gd name="connsiteX6" fmla="*/ 23193 w 85311"/>
                <a:gd name="connsiteY6" fmla="*/ 87574 h 85311"/>
                <a:gd name="connsiteX7" fmla="*/ 20543 w 85311"/>
                <a:gd name="connsiteY7" fmla="*/ 88388 h 85311"/>
                <a:gd name="connsiteX8" fmla="*/ 0 w 85311"/>
                <a:gd name="connsiteY8" fmla="*/ 22800 h 85311"/>
                <a:gd name="connsiteX9" fmla="*/ 2087 w 85311"/>
                <a:gd name="connsiteY9" fmla="*/ 21526 h 8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311" h="85311">
                  <a:moveTo>
                    <a:pt x="2087" y="21526"/>
                  </a:moveTo>
                  <a:cubicBezTo>
                    <a:pt x="13854" y="14417"/>
                    <a:pt x="24314" y="8718"/>
                    <a:pt x="32651" y="4418"/>
                  </a:cubicBezTo>
                  <a:cubicBezTo>
                    <a:pt x="43589" y="-1241"/>
                    <a:pt x="56727" y="-1639"/>
                    <a:pt x="67544" y="4242"/>
                  </a:cubicBezTo>
                  <a:cubicBezTo>
                    <a:pt x="75097" y="8343"/>
                    <a:pt x="81347" y="14741"/>
                    <a:pt x="85124" y="22789"/>
                  </a:cubicBezTo>
                  <a:cubicBezTo>
                    <a:pt x="85516" y="23625"/>
                    <a:pt x="85880" y="24472"/>
                    <a:pt x="86210" y="25331"/>
                  </a:cubicBezTo>
                  <a:cubicBezTo>
                    <a:pt x="93786" y="44822"/>
                    <a:pt x="82934" y="66730"/>
                    <a:pt x="63307" y="73942"/>
                  </a:cubicBezTo>
                  <a:cubicBezTo>
                    <a:pt x="47729" y="79669"/>
                    <a:pt x="34147" y="84150"/>
                    <a:pt x="23193" y="87574"/>
                  </a:cubicBezTo>
                  <a:cubicBezTo>
                    <a:pt x="22266" y="87864"/>
                    <a:pt x="21436" y="88109"/>
                    <a:pt x="20543" y="88388"/>
                  </a:cubicBezTo>
                  <a:lnTo>
                    <a:pt x="0" y="22800"/>
                  </a:lnTo>
                  <a:cubicBezTo>
                    <a:pt x="694" y="22385"/>
                    <a:pt x="1359" y="21970"/>
                    <a:pt x="2087" y="21526"/>
                  </a:cubicBez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7010EF7-5046-37EF-2252-7DFDD7A7EDE6}"/>
                </a:ext>
              </a:extLst>
            </p:cNvPr>
            <p:cNvSpPr/>
            <p:nvPr/>
          </p:nvSpPr>
          <p:spPr>
            <a:xfrm>
              <a:off x="8240780" y="3273934"/>
              <a:ext cx="199061" cy="125124"/>
            </a:xfrm>
            <a:custGeom>
              <a:avLst/>
              <a:gdLst>
                <a:gd name="connsiteX0" fmla="*/ 6678 w 199060"/>
                <a:gd name="connsiteY0" fmla="*/ 7154 h 125123"/>
                <a:gd name="connsiteX1" fmla="*/ 10926 w 199060"/>
                <a:gd name="connsiteY1" fmla="*/ 7132 h 125123"/>
                <a:gd name="connsiteX2" fmla="*/ 24127 w 199060"/>
                <a:gd name="connsiteY2" fmla="*/ 15970 h 125123"/>
                <a:gd name="connsiteX3" fmla="*/ 12507 w 199060"/>
                <a:gd name="connsiteY3" fmla="*/ 5090 h 125123"/>
                <a:gd name="connsiteX4" fmla="*/ 12269 w 199060"/>
                <a:gd name="connsiteY4" fmla="*/ 1080 h 125123"/>
                <a:gd name="connsiteX5" fmla="*/ 16574 w 199060"/>
                <a:gd name="connsiteY5" fmla="*/ 705 h 125123"/>
                <a:gd name="connsiteX6" fmla="*/ 39022 w 199060"/>
                <a:gd name="connsiteY6" fmla="*/ 18393 h 125123"/>
                <a:gd name="connsiteX7" fmla="*/ 32846 w 199060"/>
                <a:gd name="connsiteY7" fmla="*/ 10283 h 125123"/>
                <a:gd name="connsiteX8" fmla="*/ 32464 w 199060"/>
                <a:gd name="connsiteY8" fmla="*/ 6409 h 125123"/>
                <a:gd name="connsiteX9" fmla="*/ 34472 w 199060"/>
                <a:gd name="connsiteY9" fmla="*/ 4851 h 125123"/>
                <a:gd name="connsiteX10" fmla="*/ 38379 w 199060"/>
                <a:gd name="connsiteY10" fmla="*/ 6870 h 125123"/>
                <a:gd name="connsiteX11" fmla="*/ 46746 w 199060"/>
                <a:gd name="connsiteY11" fmla="*/ 15896 h 125123"/>
                <a:gd name="connsiteX12" fmla="*/ 52001 w 199060"/>
                <a:gd name="connsiteY12" fmla="*/ 23961 h 125123"/>
                <a:gd name="connsiteX13" fmla="*/ 50590 w 199060"/>
                <a:gd name="connsiteY13" fmla="*/ 31258 h 125123"/>
                <a:gd name="connsiteX14" fmla="*/ 104888 w 199060"/>
                <a:gd name="connsiteY14" fmla="*/ 60366 h 125123"/>
                <a:gd name="connsiteX15" fmla="*/ 137756 w 199060"/>
                <a:gd name="connsiteY15" fmla="*/ 70308 h 125123"/>
                <a:gd name="connsiteX16" fmla="*/ 141385 w 199060"/>
                <a:gd name="connsiteY16" fmla="*/ 69767 h 125123"/>
                <a:gd name="connsiteX17" fmla="*/ 179041 w 199060"/>
                <a:gd name="connsiteY17" fmla="*/ 52284 h 125123"/>
                <a:gd name="connsiteX18" fmla="*/ 199585 w 199060"/>
                <a:gd name="connsiteY18" fmla="*/ 117872 h 125123"/>
                <a:gd name="connsiteX19" fmla="*/ 140549 w 199060"/>
                <a:gd name="connsiteY19" fmla="*/ 128081 h 125123"/>
                <a:gd name="connsiteX20" fmla="*/ 100782 w 199060"/>
                <a:gd name="connsiteY20" fmla="*/ 105798 h 125123"/>
                <a:gd name="connsiteX21" fmla="*/ 39688 w 199060"/>
                <a:gd name="connsiteY21" fmla="*/ 46745 h 125123"/>
                <a:gd name="connsiteX22" fmla="*/ 33886 w 199060"/>
                <a:gd name="connsiteY22" fmla="*/ 47319 h 125123"/>
                <a:gd name="connsiteX23" fmla="*/ 28421 w 199060"/>
                <a:gd name="connsiteY23" fmla="*/ 45209 h 125123"/>
                <a:gd name="connsiteX24" fmla="*/ 666 w 199060"/>
                <a:gd name="connsiteY24" fmla="*/ 25787 h 125123"/>
                <a:gd name="connsiteX25" fmla="*/ 376 w 199060"/>
                <a:gd name="connsiteY25" fmla="*/ 22403 h 125123"/>
                <a:gd name="connsiteX26" fmla="*/ 3481 w 199060"/>
                <a:gd name="connsiteY26" fmla="*/ 20856 h 125123"/>
                <a:gd name="connsiteX27" fmla="*/ 15288 w 199060"/>
                <a:gd name="connsiteY27" fmla="*/ 28346 h 125123"/>
                <a:gd name="connsiteX28" fmla="*/ 3237 w 199060"/>
                <a:gd name="connsiteY28" fmla="*/ 19388 h 125123"/>
                <a:gd name="connsiteX29" fmla="*/ 2168 w 199060"/>
                <a:gd name="connsiteY29" fmla="*/ 14628 h 125123"/>
                <a:gd name="connsiteX30" fmla="*/ 6149 w 199060"/>
                <a:gd name="connsiteY30" fmla="*/ 13832 h 125123"/>
                <a:gd name="connsiteX31" fmla="*/ 19139 w 199060"/>
                <a:gd name="connsiteY31" fmla="*/ 21811 h 125123"/>
                <a:gd name="connsiteX32" fmla="*/ 6933 w 199060"/>
                <a:gd name="connsiteY32" fmla="*/ 11847 h 125123"/>
                <a:gd name="connsiteX33" fmla="*/ 6678 w 199060"/>
                <a:gd name="connsiteY33" fmla="*/ 7154 h 125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9060" h="125123">
                  <a:moveTo>
                    <a:pt x="6678" y="7154"/>
                  </a:moveTo>
                  <a:cubicBezTo>
                    <a:pt x="7770" y="6108"/>
                    <a:pt x="9635" y="6040"/>
                    <a:pt x="10926" y="7132"/>
                  </a:cubicBezTo>
                  <a:cubicBezTo>
                    <a:pt x="15328" y="10078"/>
                    <a:pt x="19725" y="13024"/>
                    <a:pt x="24127" y="15970"/>
                  </a:cubicBezTo>
                  <a:cubicBezTo>
                    <a:pt x="20254" y="12341"/>
                    <a:pt x="16380" y="8713"/>
                    <a:pt x="12507" y="5090"/>
                  </a:cubicBezTo>
                  <a:cubicBezTo>
                    <a:pt x="11421" y="3958"/>
                    <a:pt x="11353" y="2218"/>
                    <a:pt x="12269" y="1080"/>
                  </a:cubicBezTo>
                  <a:cubicBezTo>
                    <a:pt x="13281" y="-171"/>
                    <a:pt x="15237" y="-387"/>
                    <a:pt x="16574" y="705"/>
                  </a:cubicBezTo>
                  <a:cubicBezTo>
                    <a:pt x="24059" y="6603"/>
                    <a:pt x="31543" y="12495"/>
                    <a:pt x="39022" y="18393"/>
                  </a:cubicBezTo>
                  <a:cubicBezTo>
                    <a:pt x="36963" y="15691"/>
                    <a:pt x="34904" y="12984"/>
                    <a:pt x="32846" y="10283"/>
                  </a:cubicBezTo>
                  <a:cubicBezTo>
                    <a:pt x="31987" y="9054"/>
                    <a:pt x="31839" y="7558"/>
                    <a:pt x="32464" y="6409"/>
                  </a:cubicBezTo>
                  <a:cubicBezTo>
                    <a:pt x="32857" y="5687"/>
                    <a:pt x="33591" y="5010"/>
                    <a:pt x="34472" y="4851"/>
                  </a:cubicBezTo>
                  <a:cubicBezTo>
                    <a:pt x="36036" y="4567"/>
                    <a:pt x="37464" y="5954"/>
                    <a:pt x="38379" y="6870"/>
                  </a:cubicBezTo>
                  <a:cubicBezTo>
                    <a:pt x="44311" y="12785"/>
                    <a:pt x="46746" y="15896"/>
                    <a:pt x="46746" y="15896"/>
                  </a:cubicBezTo>
                  <a:cubicBezTo>
                    <a:pt x="51216" y="21612"/>
                    <a:pt x="51745" y="22425"/>
                    <a:pt x="52001" y="23961"/>
                  </a:cubicBezTo>
                  <a:cubicBezTo>
                    <a:pt x="52513" y="26992"/>
                    <a:pt x="51438" y="29654"/>
                    <a:pt x="50590" y="31258"/>
                  </a:cubicBezTo>
                  <a:cubicBezTo>
                    <a:pt x="64229" y="40955"/>
                    <a:pt x="82321" y="51750"/>
                    <a:pt x="104888" y="60366"/>
                  </a:cubicBezTo>
                  <a:cubicBezTo>
                    <a:pt x="116650" y="64859"/>
                    <a:pt x="127735" y="68039"/>
                    <a:pt x="137756" y="70308"/>
                  </a:cubicBezTo>
                  <a:cubicBezTo>
                    <a:pt x="138951" y="70160"/>
                    <a:pt x="140162" y="69984"/>
                    <a:pt x="141385" y="69767"/>
                  </a:cubicBezTo>
                  <a:cubicBezTo>
                    <a:pt x="156655" y="67106"/>
                    <a:pt x="169208" y="60076"/>
                    <a:pt x="179041" y="52284"/>
                  </a:cubicBezTo>
                  <a:lnTo>
                    <a:pt x="199585" y="117872"/>
                  </a:lnTo>
                  <a:cubicBezTo>
                    <a:pt x="160403" y="129958"/>
                    <a:pt x="149677" y="129895"/>
                    <a:pt x="140549" y="128081"/>
                  </a:cubicBezTo>
                  <a:cubicBezTo>
                    <a:pt x="121627" y="124316"/>
                    <a:pt x="109188" y="113481"/>
                    <a:pt x="100782" y="105798"/>
                  </a:cubicBezTo>
                  <a:cubicBezTo>
                    <a:pt x="84579" y="90999"/>
                    <a:pt x="63586" y="71286"/>
                    <a:pt x="39688" y="46745"/>
                  </a:cubicBezTo>
                  <a:cubicBezTo>
                    <a:pt x="38635" y="47103"/>
                    <a:pt x="36525" y="47678"/>
                    <a:pt x="33886" y="47319"/>
                  </a:cubicBezTo>
                  <a:cubicBezTo>
                    <a:pt x="31219" y="46955"/>
                    <a:pt x="29342" y="45801"/>
                    <a:pt x="28421" y="45209"/>
                  </a:cubicBezTo>
                  <a:cubicBezTo>
                    <a:pt x="24633" y="42809"/>
                    <a:pt x="14310" y="35694"/>
                    <a:pt x="666" y="25787"/>
                  </a:cubicBezTo>
                  <a:cubicBezTo>
                    <a:pt x="-102" y="24814"/>
                    <a:pt x="-215" y="23477"/>
                    <a:pt x="376" y="22403"/>
                  </a:cubicBezTo>
                  <a:cubicBezTo>
                    <a:pt x="985" y="21299"/>
                    <a:pt x="2224" y="20685"/>
                    <a:pt x="3481" y="20856"/>
                  </a:cubicBezTo>
                  <a:cubicBezTo>
                    <a:pt x="7417" y="23352"/>
                    <a:pt x="11353" y="25849"/>
                    <a:pt x="15288" y="28346"/>
                  </a:cubicBezTo>
                  <a:cubicBezTo>
                    <a:pt x="11273" y="25360"/>
                    <a:pt x="7252" y="22374"/>
                    <a:pt x="3237" y="19388"/>
                  </a:cubicBezTo>
                  <a:cubicBezTo>
                    <a:pt x="1479" y="18274"/>
                    <a:pt x="1121" y="15987"/>
                    <a:pt x="2168" y="14628"/>
                  </a:cubicBezTo>
                  <a:cubicBezTo>
                    <a:pt x="3009" y="13542"/>
                    <a:pt x="4681" y="13149"/>
                    <a:pt x="6149" y="13832"/>
                  </a:cubicBezTo>
                  <a:cubicBezTo>
                    <a:pt x="10477" y="16488"/>
                    <a:pt x="14805" y="19149"/>
                    <a:pt x="19139" y="21811"/>
                  </a:cubicBezTo>
                  <a:cubicBezTo>
                    <a:pt x="15072" y="18490"/>
                    <a:pt x="11006" y="15168"/>
                    <a:pt x="6933" y="11847"/>
                  </a:cubicBezTo>
                  <a:cubicBezTo>
                    <a:pt x="5461" y="10573"/>
                    <a:pt x="5438" y="8349"/>
                    <a:pt x="6678" y="7154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A53210C-0B94-D327-E1A1-BEAC28012449}"/>
                </a:ext>
              </a:extLst>
            </p:cNvPr>
            <p:cNvSpPr/>
            <p:nvPr/>
          </p:nvSpPr>
          <p:spPr>
            <a:xfrm>
              <a:off x="8655850" y="3963014"/>
              <a:ext cx="22750" cy="17062"/>
            </a:xfrm>
            <a:custGeom>
              <a:avLst/>
              <a:gdLst>
                <a:gd name="connsiteX0" fmla="*/ 19530 w 22749"/>
                <a:gd name="connsiteY0" fmla="*/ 0 h 17062"/>
                <a:gd name="connsiteX1" fmla="*/ 26913 w 22749"/>
                <a:gd name="connsiteY1" fmla="*/ 10271 h 17062"/>
                <a:gd name="connsiteX2" fmla="*/ 9026 w 22749"/>
                <a:gd name="connsiteY2" fmla="*/ 21402 h 17062"/>
                <a:gd name="connsiteX3" fmla="*/ 0 w 22749"/>
                <a:gd name="connsiteY3" fmla="*/ 8844 h 17062"/>
                <a:gd name="connsiteX4" fmla="*/ 19530 w 22749"/>
                <a:gd name="connsiteY4" fmla="*/ 0 h 1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49" h="17062">
                  <a:moveTo>
                    <a:pt x="19530" y="0"/>
                  </a:moveTo>
                  <a:lnTo>
                    <a:pt x="26913" y="10271"/>
                  </a:lnTo>
                  <a:cubicBezTo>
                    <a:pt x="26913" y="10271"/>
                    <a:pt x="10260" y="23114"/>
                    <a:pt x="9026" y="21402"/>
                  </a:cubicBezTo>
                  <a:lnTo>
                    <a:pt x="0" y="8844"/>
                  </a:lnTo>
                  <a:lnTo>
                    <a:pt x="19530" y="0"/>
                  </a:ln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26FB9B92-8880-5E6F-0F3B-51A6287761E3}"/>
                </a:ext>
              </a:extLst>
            </p:cNvPr>
            <p:cNvSpPr/>
            <p:nvPr/>
          </p:nvSpPr>
          <p:spPr>
            <a:xfrm>
              <a:off x="8635250" y="3970322"/>
              <a:ext cx="56874" cy="39812"/>
            </a:xfrm>
            <a:custGeom>
              <a:avLst/>
              <a:gdLst>
                <a:gd name="connsiteX0" fmla="*/ 27948 w 56874"/>
                <a:gd name="connsiteY0" fmla="*/ 43776 h 39812"/>
                <a:gd name="connsiteX1" fmla="*/ 16567 w 56874"/>
                <a:gd name="connsiteY1" fmla="*/ 44606 h 39812"/>
                <a:gd name="connsiteX2" fmla="*/ 0 w 56874"/>
                <a:gd name="connsiteY2" fmla="*/ 44811 h 39812"/>
                <a:gd name="connsiteX3" fmla="*/ 273 w 56874"/>
                <a:gd name="connsiteY3" fmla="*/ 43815 h 39812"/>
                <a:gd name="connsiteX4" fmla="*/ 3156 w 56874"/>
                <a:gd name="connsiteY4" fmla="*/ 41074 h 39812"/>
                <a:gd name="connsiteX5" fmla="*/ 17563 w 56874"/>
                <a:gd name="connsiteY5" fmla="*/ 33527 h 39812"/>
                <a:gd name="connsiteX6" fmla="*/ 21811 w 56874"/>
                <a:gd name="connsiteY6" fmla="*/ 23102 h 39812"/>
                <a:gd name="connsiteX7" fmla="*/ 24229 w 56874"/>
                <a:gd name="connsiteY7" fmla="*/ 17062 h 39812"/>
                <a:gd name="connsiteX8" fmla="*/ 30064 w 56874"/>
                <a:gd name="connsiteY8" fmla="*/ 9281 h 39812"/>
                <a:gd name="connsiteX9" fmla="*/ 34989 w 56874"/>
                <a:gd name="connsiteY9" fmla="*/ 9151 h 39812"/>
                <a:gd name="connsiteX10" fmla="*/ 41274 w 56874"/>
                <a:gd name="connsiteY10" fmla="*/ 5835 h 39812"/>
                <a:gd name="connsiteX11" fmla="*/ 42912 w 56874"/>
                <a:gd name="connsiteY11" fmla="*/ 56 h 39812"/>
                <a:gd name="connsiteX12" fmla="*/ 60912 w 56874"/>
                <a:gd name="connsiteY12" fmla="*/ 13860 h 39812"/>
                <a:gd name="connsiteX13" fmla="*/ 53848 w 56874"/>
                <a:gd name="connsiteY13" fmla="*/ 21453 h 39812"/>
                <a:gd name="connsiteX14" fmla="*/ 27948 w 56874"/>
                <a:gd name="connsiteY14" fmla="*/ 43776 h 39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56874" h="39812">
                  <a:moveTo>
                    <a:pt x="27948" y="43776"/>
                  </a:moveTo>
                  <a:cubicBezTo>
                    <a:pt x="24308" y="44129"/>
                    <a:pt x="20509" y="44413"/>
                    <a:pt x="16567" y="44606"/>
                  </a:cubicBezTo>
                  <a:cubicBezTo>
                    <a:pt x="10743" y="44885"/>
                    <a:pt x="5209" y="44936"/>
                    <a:pt x="0" y="44811"/>
                  </a:cubicBezTo>
                  <a:lnTo>
                    <a:pt x="273" y="43815"/>
                  </a:lnTo>
                  <a:cubicBezTo>
                    <a:pt x="955" y="42178"/>
                    <a:pt x="2519" y="41398"/>
                    <a:pt x="3156" y="41074"/>
                  </a:cubicBezTo>
                  <a:cubicBezTo>
                    <a:pt x="5221" y="40022"/>
                    <a:pt x="10442" y="37207"/>
                    <a:pt x="17563" y="33527"/>
                  </a:cubicBezTo>
                  <a:cubicBezTo>
                    <a:pt x="19496" y="29182"/>
                    <a:pt x="20890" y="25599"/>
                    <a:pt x="21811" y="23102"/>
                  </a:cubicBezTo>
                  <a:cubicBezTo>
                    <a:pt x="22636" y="20872"/>
                    <a:pt x="23136" y="19377"/>
                    <a:pt x="24229" y="17062"/>
                  </a:cubicBezTo>
                  <a:cubicBezTo>
                    <a:pt x="26265" y="12751"/>
                    <a:pt x="27516" y="10089"/>
                    <a:pt x="30064" y="9281"/>
                  </a:cubicBezTo>
                  <a:cubicBezTo>
                    <a:pt x="31816" y="8724"/>
                    <a:pt x="32236" y="9634"/>
                    <a:pt x="34989" y="9151"/>
                  </a:cubicBezTo>
                  <a:cubicBezTo>
                    <a:pt x="36280" y="8929"/>
                    <a:pt x="39306" y="8394"/>
                    <a:pt x="41274" y="5835"/>
                  </a:cubicBezTo>
                  <a:cubicBezTo>
                    <a:pt x="42980" y="3617"/>
                    <a:pt x="42969" y="1052"/>
                    <a:pt x="42912" y="56"/>
                  </a:cubicBezTo>
                  <a:cubicBezTo>
                    <a:pt x="42912" y="56"/>
                    <a:pt x="54736" y="-1661"/>
                    <a:pt x="60912" y="13860"/>
                  </a:cubicBezTo>
                  <a:cubicBezTo>
                    <a:pt x="58694" y="16374"/>
                    <a:pt x="56340" y="18910"/>
                    <a:pt x="53848" y="21453"/>
                  </a:cubicBezTo>
                  <a:cubicBezTo>
                    <a:pt x="45130" y="30359"/>
                    <a:pt x="36308" y="37707"/>
                    <a:pt x="27948" y="43776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3D36EA10-2F23-F6E5-5752-B6F8B3B6AA70}"/>
                </a:ext>
              </a:extLst>
            </p:cNvPr>
            <p:cNvSpPr/>
            <p:nvPr/>
          </p:nvSpPr>
          <p:spPr>
            <a:xfrm>
              <a:off x="8635321" y="3984182"/>
              <a:ext cx="62562" cy="28437"/>
            </a:xfrm>
            <a:custGeom>
              <a:avLst/>
              <a:gdLst>
                <a:gd name="connsiteX0" fmla="*/ 498 w 62561"/>
                <a:gd name="connsiteY0" fmla="*/ 29563 h 28437"/>
                <a:gd name="connsiteX1" fmla="*/ 1215 w 62561"/>
                <a:gd name="connsiteY1" fmla="*/ 29871 h 28437"/>
                <a:gd name="connsiteX2" fmla="*/ 27917 w 62561"/>
                <a:gd name="connsiteY2" fmla="*/ 29205 h 28437"/>
                <a:gd name="connsiteX3" fmla="*/ 53778 w 62561"/>
                <a:gd name="connsiteY3" fmla="*/ 7593 h 28437"/>
                <a:gd name="connsiteX4" fmla="*/ 60842 w 62561"/>
                <a:gd name="connsiteY4" fmla="*/ 0 h 28437"/>
                <a:gd name="connsiteX5" fmla="*/ 64431 w 62561"/>
                <a:gd name="connsiteY5" fmla="*/ 8918 h 28437"/>
                <a:gd name="connsiteX6" fmla="*/ 32206 w 62561"/>
                <a:gd name="connsiteY6" fmla="*/ 32623 h 28437"/>
                <a:gd name="connsiteX7" fmla="*/ 856 w 62561"/>
                <a:gd name="connsiteY7" fmla="*/ 32703 h 28437"/>
                <a:gd name="connsiteX8" fmla="*/ 83 w 62561"/>
                <a:gd name="connsiteY8" fmla="*/ 31469 h 28437"/>
                <a:gd name="connsiteX9" fmla="*/ 498 w 62561"/>
                <a:gd name="connsiteY9" fmla="*/ 29563 h 2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2561" h="28437">
                  <a:moveTo>
                    <a:pt x="498" y="29563"/>
                  </a:moveTo>
                  <a:lnTo>
                    <a:pt x="1215" y="29871"/>
                  </a:lnTo>
                  <a:cubicBezTo>
                    <a:pt x="1937" y="30519"/>
                    <a:pt x="8836" y="30542"/>
                    <a:pt x="27917" y="29205"/>
                  </a:cubicBezTo>
                  <a:cubicBezTo>
                    <a:pt x="36193" y="23529"/>
                    <a:pt x="45048" y="16437"/>
                    <a:pt x="53778" y="7593"/>
                  </a:cubicBezTo>
                  <a:cubicBezTo>
                    <a:pt x="56292" y="5050"/>
                    <a:pt x="58641" y="2508"/>
                    <a:pt x="60842" y="0"/>
                  </a:cubicBezTo>
                  <a:cubicBezTo>
                    <a:pt x="60842" y="0"/>
                    <a:pt x="67508" y="1422"/>
                    <a:pt x="64431" y="8918"/>
                  </a:cubicBezTo>
                  <a:cubicBezTo>
                    <a:pt x="53687" y="16824"/>
                    <a:pt x="42944" y="24723"/>
                    <a:pt x="32206" y="32623"/>
                  </a:cubicBezTo>
                  <a:cubicBezTo>
                    <a:pt x="28418" y="32817"/>
                    <a:pt x="2404" y="34108"/>
                    <a:pt x="856" y="32703"/>
                  </a:cubicBezTo>
                  <a:cubicBezTo>
                    <a:pt x="271" y="32168"/>
                    <a:pt x="83" y="31469"/>
                    <a:pt x="83" y="31469"/>
                  </a:cubicBezTo>
                  <a:cubicBezTo>
                    <a:pt x="-122" y="30684"/>
                    <a:pt x="66" y="29700"/>
                    <a:pt x="498" y="29563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77182A0B-3024-F3D1-31DE-C23997770819}"/>
                </a:ext>
              </a:extLst>
            </p:cNvPr>
            <p:cNvSpPr/>
            <p:nvPr/>
          </p:nvSpPr>
          <p:spPr>
            <a:xfrm>
              <a:off x="8334572" y="3929822"/>
              <a:ext cx="39812" cy="62562"/>
            </a:xfrm>
            <a:custGeom>
              <a:avLst/>
              <a:gdLst>
                <a:gd name="connsiteX0" fmla="*/ 0 w 39812"/>
                <a:gd name="connsiteY0" fmla="*/ 55253 h 62561"/>
                <a:gd name="connsiteX1" fmla="*/ 15834 w 39812"/>
                <a:gd name="connsiteY1" fmla="*/ 0 h 62561"/>
                <a:gd name="connsiteX2" fmla="*/ 45118 w 39812"/>
                <a:gd name="connsiteY2" fmla="*/ 8855 h 62561"/>
                <a:gd name="connsiteX3" fmla="*/ 14930 w 39812"/>
                <a:gd name="connsiteY3" fmla="*/ 62471 h 62561"/>
                <a:gd name="connsiteX4" fmla="*/ 3890 w 39812"/>
                <a:gd name="connsiteY4" fmla="*/ 62647 h 62561"/>
                <a:gd name="connsiteX5" fmla="*/ 0 w 39812"/>
                <a:gd name="connsiteY5" fmla="*/ 55253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812" h="62561">
                  <a:moveTo>
                    <a:pt x="0" y="55253"/>
                  </a:moveTo>
                  <a:cubicBezTo>
                    <a:pt x="5278" y="36838"/>
                    <a:pt x="10556" y="18416"/>
                    <a:pt x="15834" y="0"/>
                  </a:cubicBezTo>
                  <a:lnTo>
                    <a:pt x="45118" y="8855"/>
                  </a:lnTo>
                  <a:cubicBezTo>
                    <a:pt x="35057" y="26731"/>
                    <a:pt x="24991" y="44601"/>
                    <a:pt x="14930" y="62471"/>
                  </a:cubicBezTo>
                  <a:cubicBezTo>
                    <a:pt x="11466" y="64820"/>
                    <a:pt x="7047" y="64865"/>
                    <a:pt x="3890" y="62647"/>
                  </a:cubicBezTo>
                  <a:cubicBezTo>
                    <a:pt x="284" y="60110"/>
                    <a:pt x="23" y="55799"/>
                    <a:pt x="0" y="55253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76FC491-8BF1-9DC0-C367-4EC544815154}"/>
                </a:ext>
              </a:extLst>
            </p:cNvPr>
            <p:cNvSpPr/>
            <p:nvPr/>
          </p:nvSpPr>
          <p:spPr>
            <a:xfrm>
              <a:off x="8284170" y="3983995"/>
              <a:ext cx="68249" cy="22750"/>
            </a:xfrm>
            <a:custGeom>
              <a:avLst/>
              <a:gdLst>
                <a:gd name="connsiteX0" fmla="*/ 23552 w 68249"/>
                <a:gd name="connsiteY0" fmla="*/ 18461 h 22749"/>
                <a:gd name="connsiteX1" fmla="*/ 0 w 68249"/>
                <a:gd name="connsiteY1" fmla="*/ 10095 h 22749"/>
                <a:gd name="connsiteX2" fmla="*/ 1996 w 68249"/>
                <a:gd name="connsiteY2" fmla="*/ 9008 h 22749"/>
                <a:gd name="connsiteX3" fmla="*/ 32481 w 68249"/>
                <a:gd name="connsiteY3" fmla="*/ 2235 h 22749"/>
                <a:gd name="connsiteX4" fmla="*/ 42394 w 68249"/>
                <a:gd name="connsiteY4" fmla="*/ 727 h 22749"/>
                <a:gd name="connsiteX5" fmla="*/ 51727 w 68249"/>
                <a:gd name="connsiteY5" fmla="*/ 978 h 22749"/>
                <a:gd name="connsiteX6" fmla="*/ 54559 w 68249"/>
                <a:gd name="connsiteY6" fmla="*/ 4760 h 22749"/>
                <a:gd name="connsiteX7" fmla="*/ 60645 w 68249"/>
                <a:gd name="connsiteY7" fmla="*/ 7837 h 22749"/>
                <a:gd name="connsiteX8" fmla="*/ 66077 w 68249"/>
                <a:gd name="connsiteY8" fmla="*/ 5909 h 22749"/>
                <a:gd name="connsiteX9" fmla="*/ 65263 w 68249"/>
                <a:gd name="connsiteY9" fmla="*/ 27663 h 22749"/>
                <a:gd name="connsiteX10" fmla="*/ 55401 w 68249"/>
                <a:gd name="connsiteY10" fmla="*/ 26349 h 22749"/>
                <a:gd name="connsiteX11" fmla="*/ 23552 w 68249"/>
                <a:gd name="connsiteY11" fmla="*/ 18461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249" h="22749">
                  <a:moveTo>
                    <a:pt x="23552" y="18461"/>
                  </a:moveTo>
                  <a:cubicBezTo>
                    <a:pt x="14918" y="15771"/>
                    <a:pt x="8537" y="13786"/>
                    <a:pt x="0" y="10095"/>
                  </a:cubicBezTo>
                  <a:cubicBezTo>
                    <a:pt x="836" y="9373"/>
                    <a:pt x="1701" y="9094"/>
                    <a:pt x="1996" y="9008"/>
                  </a:cubicBezTo>
                  <a:cubicBezTo>
                    <a:pt x="15413" y="6085"/>
                    <a:pt x="25809" y="3816"/>
                    <a:pt x="32481" y="2235"/>
                  </a:cubicBezTo>
                  <a:lnTo>
                    <a:pt x="42394" y="727"/>
                  </a:lnTo>
                  <a:cubicBezTo>
                    <a:pt x="47251" y="-51"/>
                    <a:pt x="49754" y="-512"/>
                    <a:pt x="51727" y="978"/>
                  </a:cubicBezTo>
                  <a:cubicBezTo>
                    <a:pt x="53138" y="2041"/>
                    <a:pt x="52654" y="2872"/>
                    <a:pt x="54559" y="4760"/>
                  </a:cubicBezTo>
                  <a:cubicBezTo>
                    <a:pt x="55458" y="5642"/>
                    <a:pt x="57551" y="7717"/>
                    <a:pt x="60645" y="7837"/>
                  </a:cubicBezTo>
                  <a:cubicBezTo>
                    <a:pt x="63330" y="7939"/>
                    <a:pt x="65332" y="6512"/>
                    <a:pt x="66077" y="5909"/>
                  </a:cubicBezTo>
                  <a:cubicBezTo>
                    <a:pt x="66077" y="5909"/>
                    <a:pt x="73982" y="14213"/>
                    <a:pt x="65263" y="27663"/>
                  </a:cubicBezTo>
                  <a:cubicBezTo>
                    <a:pt x="62863" y="27408"/>
                    <a:pt x="59456" y="26998"/>
                    <a:pt x="55401" y="26349"/>
                  </a:cubicBezTo>
                  <a:cubicBezTo>
                    <a:pt x="42280" y="24245"/>
                    <a:pt x="32600" y="21276"/>
                    <a:pt x="23552" y="18461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CAD1A5F9-D6EF-D565-2629-69D799F61898}"/>
                </a:ext>
              </a:extLst>
            </p:cNvPr>
            <p:cNvSpPr/>
            <p:nvPr/>
          </p:nvSpPr>
          <p:spPr>
            <a:xfrm>
              <a:off x="8282378" y="3994090"/>
              <a:ext cx="62562" cy="22750"/>
            </a:xfrm>
            <a:custGeom>
              <a:avLst/>
              <a:gdLst>
                <a:gd name="connsiteX0" fmla="*/ 1792 w 62561"/>
                <a:gd name="connsiteY0" fmla="*/ 0 h 22749"/>
                <a:gd name="connsiteX1" fmla="*/ 25344 w 62561"/>
                <a:gd name="connsiteY1" fmla="*/ 8366 h 22749"/>
                <a:gd name="connsiteX2" fmla="*/ 57193 w 62561"/>
                <a:gd name="connsiteY2" fmla="*/ 16255 h 22749"/>
                <a:gd name="connsiteX3" fmla="*/ 67055 w 62561"/>
                <a:gd name="connsiteY3" fmla="*/ 17568 h 22749"/>
                <a:gd name="connsiteX4" fmla="*/ 62067 w 62561"/>
                <a:gd name="connsiteY4" fmla="*/ 25332 h 22749"/>
                <a:gd name="connsiteX5" fmla="*/ 68 w 62561"/>
                <a:gd name="connsiteY5" fmla="*/ 4789 h 22749"/>
                <a:gd name="connsiteX6" fmla="*/ 893 w 62561"/>
                <a:gd name="connsiteY6" fmla="*/ 984 h 22749"/>
                <a:gd name="connsiteX7" fmla="*/ 1792 w 62561"/>
                <a:gd name="connsiteY7" fmla="*/ 0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561" h="22749">
                  <a:moveTo>
                    <a:pt x="1792" y="0"/>
                  </a:moveTo>
                  <a:cubicBezTo>
                    <a:pt x="10329" y="3691"/>
                    <a:pt x="16710" y="5676"/>
                    <a:pt x="25344" y="8366"/>
                  </a:cubicBezTo>
                  <a:cubicBezTo>
                    <a:pt x="34392" y="11182"/>
                    <a:pt x="44072" y="14150"/>
                    <a:pt x="57193" y="16255"/>
                  </a:cubicBezTo>
                  <a:cubicBezTo>
                    <a:pt x="61248" y="16903"/>
                    <a:pt x="64655" y="17313"/>
                    <a:pt x="67055" y="17568"/>
                  </a:cubicBezTo>
                  <a:cubicBezTo>
                    <a:pt x="67055" y="17568"/>
                    <a:pt x="69637" y="23574"/>
                    <a:pt x="62067" y="25332"/>
                  </a:cubicBezTo>
                  <a:lnTo>
                    <a:pt x="68" y="4789"/>
                  </a:lnTo>
                  <a:cubicBezTo>
                    <a:pt x="6" y="4413"/>
                    <a:pt x="-250" y="2662"/>
                    <a:pt x="893" y="984"/>
                  </a:cubicBezTo>
                  <a:lnTo>
                    <a:pt x="1792" y="0"/>
                  </a:ln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AF10D448-32DC-DD41-BB24-2D40CDAE16F9}"/>
                </a:ext>
              </a:extLst>
            </p:cNvPr>
            <p:cNvSpPr/>
            <p:nvPr/>
          </p:nvSpPr>
          <p:spPr>
            <a:xfrm>
              <a:off x="8470957" y="3490296"/>
              <a:ext cx="210435" cy="483433"/>
            </a:xfrm>
            <a:custGeom>
              <a:avLst/>
              <a:gdLst>
                <a:gd name="connsiteX0" fmla="*/ 211471 w 210435"/>
                <a:gd name="connsiteY0" fmla="*/ 472274 h 483432"/>
                <a:gd name="connsiteX1" fmla="*/ 162087 w 210435"/>
                <a:gd name="connsiteY1" fmla="*/ 354845 h 483432"/>
                <a:gd name="connsiteX2" fmla="*/ 132455 w 210435"/>
                <a:gd name="connsiteY2" fmla="*/ 278025 h 483432"/>
                <a:gd name="connsiteX3" fmla="*/ 121484 w 210435"/>
                <a:gd name="connsiteY3" fmla="*/ 181447 h 483432"/>
                <a:gd name="connsiteX4" fmla="*/ 106179 w 210435"/>
                <a:gd name="connsiteY4" fmla="*/ 0 h 483432"/>
                <a:gd name="connsiteX5" fmla="*/ 0 w 210435"/>
                <a:gd name="connsiteY5" fmla="*/ 37861 h 483432"/>
                <a:gd name="connsiteX6" fmla="*/ 13934 w 210435"/>
                <a:gd name="connsiteY6" fmla="*/ 174866 h 483432"/>
                <a:gd name="connsiteX7" fmla="*/ 41916 w 210435"/>
                <a:gd name="connsiteY7" fmla="*/ 306559 h 483432"/>
                <a:gd name="connsiteX8" fmla="*/ 92950 w 210435"/>
                <a:gd name="connsiteY8" fmla="*/ 387218 h 483432"/>
                <a:gd name="connsiteX9" fmla="*/ 181839 w 210435"/>
                <a:gd name="connsiteY9" fmla="*/ 488188 h 483432"/>
                <a:gd name="connsiteX10" fmla="*/ 211471 w 210435"/>
                <a:gd name="connsiteY10" fmla="*/ 472274 h 483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0435" h="483432">
                  <a:moveTo>
                    <a:pt x="211471" y="472274"/>
                  </a:moveTo>
                  <a:cubicBezTo>
                    <a:pt x="194778" y="434521"/>
                    <a:pt x="178273" y="395374"/>
                    <a:pt x="162087" y="354845"/>
                  </a:cubicBezTo>
                  <a:cubicBezTo>
                    <a:pt x="151724" y="328899"/>
                    <a:pt x="141856" y="303283"/>
                    <a:pt x="132455" y="278025"/>
                  </a:cubicBezTo>
                  <a:cubicBezTo>
                    <a:pt x="128531" y="246340"/>
                    <a:pt x="124862" y="214144"/>
                    <a:pt x="121484" y="181447"/>
                  </a:cubicBezTo>
                  <a:cubicBezTo>
                    <a:pt x="115068" y="119436"/>
                    <a:pt x="110029" y="58916"/>
                    <a:pt x="106179" y="0"/>
                  </a:cubicBezTo>
                  <a:cubicBezTo>
                    <a:pt x="70786" y="12620"/>
                    <a:pt x="35393" y="25241"/>
                    <a:pt x="0" y="37861"/>
                  </a:cubicBezTo>
                  <a:cubicBezTo>
                    <a:pt x="4220" y="92995"/>
                    <a:pt x="9430" y="139513"/>
                    <a:pt x="13934" y="174866"/>
                  </a:cubicBezTo>
                  <a:cubicBezTo>
                    <a:pt x="24718" y="259604"/>
                    <a:pt x="31861" y="283695"/>
                    <a:pt x="41916" y="306559"/>
                  </a:cubicBezTo>
                  <a:cubicBezTo>
                    <a:pt x="54946" y="336185"/>
                    <a:pt x="69262" y="355380"/>
                    <a:pt x="92950" y="387218"/>
                  </a:cubicBezTo>
                  <a:cubicBezTo>
                    <a:pt x="114409" y="416076"/>
                    <a:pt x="143511" y="451197"/>
                    <a:pt x="181839" y="488188"/>
                  </a:cubicBezTo>
                  <a:cubicBezTo>
                    <a:pt x="191718" y="482881"/>
                    <a:pt x="201597" y="477581"/>
                    <a:pt x="211471" y="472274"/>
                  </a:cubicBez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653CCF0-9775-EC52-1DDD-A78376A7556C}"/>
                </a:ext>
              </a:extLst>
            </p:cNvPr>
            <p:cNvSpPr/>
            <p:nvPr/>
          </p:nvSpPr>
          <p:spPr>
            <a:xfrm>
              <a:off x="8331381" y="3473978"/>
              <a:ext cx="244560" cy="506183"/>
            </a:xfrm>
            <a:custGeom>
              <a:avLst/>
              <a:gdLst>
                <a:gd name="connsiteX0" fmla="*/ 247461 w 244560"/>
                <a:gd name="connsiteY0" fmla="*/ 42997 h 506182"/>
                <a:gd name="connsiteX1" fmla="*/ 244634 w 244560"/>
                <a:gd name="connsiteY1" fmla="*/ 0 h 506182"/>
                <a:gd name="connsiteX2" fmla="*/ 96374 w 244560"/>
                <a:gd name="connsiteY2" fmla="*/ 17677 h 506182"/>
                <a:gd name="connsiteX3" fmla="*/ 38214 w 244560"/>
                <a:gd name="connsiteY3" fmla="*/ 267640 h 506182"/>
                <a:gd name="connsiteX4" fmla="*/ 0 w 244560"/>
                <a:gd name="connsiteY4" fmla="*/ 497782 h 506182"/>
                <a:gd name="connsiteX5" fmla="*/ 34983 w 244560"/>
                <a:gd name="connsiteY5" fmla="*/ 509715 h 506182"/>
                <a:gd name="connsiteX6" fmla="*/ 92688 w 244560"/>
                <a:gd name="connsiteY6" fmla="*/ 390267 h 506182"/>
                <a:gd name="connsiteX7" fmla="*/ 141731 w 244560"/>
                <a:gd name="connsiteY7" fmla="*/ 297027 h 506182"/>
                <a:gd name="connsiteX8" fmla="*/ 238884 w 244560"/>
                <a:gd name="connsiteY8" fmla="*/ 75740 h 506182"/>
                <a:gd name="connsiteX9" fmla="*/ 247461 w 244560"/>
                <a:gd name="connsiteY9" fmla="*/ 42997 h 506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4560" h="506182">
                  <a:moveTo>
                    <a:pt x="247461" y="42997"/>
                  </a:moveTo>
                  <a:cubicBezTo>
                    <a:pt x="249480" y="25372"/>
                    <a:pt x="247148" y="10380"/>
                    <a:pt x="244634" y="0"/>
                  </a:cubicBezTo>
                  <a:cubicBezTo>
                    <a:pt x="195216" y="5892"/>
                    <a:pt x="145798" y="11785"/>
                    <a:pt x="96374" y="17677"/>
                  </a:cubicBezTo>
                  <a:cubicBezTo>
                    <a:pt x="75473" y="95578"/>
                    <a:pt x="55726" y="179007"/>
                    <a:pt x="38214" y="267640"/>
                  </a:cubicBezTo>
                  <a:cubicBezTo>
                    <a:pt x="22375" y="347827"/>
                    <a:pt x="9851" y="424716"/>
                    <a:pt x="0" y="497782"/>
                  </a:cubicBezTo>
                  <a:cubicBezTo>
                    <a:pt x="11660" y="501764"/>
                    <a:pt x="23324" y="505739"/>
                    <a:pt x="34983" y="509715"/>
                  </a:cubicBezTo>
                  <a:cubicBezTo>
                    <a:pt x="52876" y="470795"/>
                    <a:pt x="72077" y="430926"/>
                    <a:pt x="92688" y="390267"/>
                  </a:cubicBezTo>
                  <a:cubicBezTo>
                    <a:pt x="108955" y="358173"/>
                    <a:pt x="125329" y="327097"/>
                    <a:pt x="141731" y="297027"/>
                  </a:cubicBezTo>
                  <a:cubicBezTo>
                    <a:pt x="141731" y="297027"/>
                    <a:pt x="165260" y="254064"/>
                    <a:pt x="238884" y="75740"/>
                  </a:cubicBezTo>
                  <a:cubicBezTo>
                    <a:pt x="240824" y="71031"/>
                    <a:pt x="245607" y="59212"/>
                    <a:pt x="247461" y="42997"/>
                  </a:cubicBez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30CA485-FA0E-03EC-804F-FB1E7930986F}"/>
                </a:ext>
              </a:extLst>
            </p:cNvPr>
            <p:cNvSpPr/>
            <p:nvPr/>
          </p:nvSpPr>
          <p:spPr>
            <a:xfrm>
              <a:off x="8452490" y="3265219"/>
              <a:ext cx="45500" cy="39812"/>
            </a:xfrm>
            <a:custGeom>
              <a:avLst/>
              <a:gdLst>
                <a:gd name="connsiteX0" fmla="*/ 40330 w 45499"/>
                <a:gd name="connsiteY0" fmla="*/ 2 h 39812"/>
                <a:gd name="connsiteX1" fmla="*/ 15657 w 45499"/>
                <a:gd name="connsiteY1" fmla="*/ 5189 h 39812"/>
                <a:gd name="connsiteX2" fmla="*/ 0 w 45499"/>
                <a:gd name="connsiteY2" fmla="*/ 15643 h 39812"/>
                <a:gd name="connsiteX3" fmla="*/ 3566 w 45499"/>
                <a:gd name="connsiteY3" fmla="*/ 41981 h 39812"/>
                <a:gd name="connsiteX4" fmla="*/ 30457 w 45499"/>
                <a:gd name="connsiteY4" fmla="*/ 42527 h 39812"/>
                <a:gd name="connsiteX5" fmla="*/ 50209 w 45499"/>
                <a:gd name="connsiteY5" fmla="*/ 33200 h 39812"/>
                <a:gd name="connsiteX6" fmla="*/ 40330 w 45499"/>
                <a:gd name="connsiteY6" fmla="*/ 2 h 39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99" h="39812">
                  <a:moveTo>
                    <a:pt x="40330" y="2"/>
                  </a:moveTo>
                  <a:cubicBezTo>
                    <a:pt x="34983" y="-43"/>
                    <a:pt x="25787" y="594"/>
                    <a:pt x="15657" y="5189"/>
                  </a:cubicBezTo>
                  <a:cubicBezTo>
                    <a:pt x="8543" y="8414"/>
                    <a:pt x="3373" y="12498"/>
                    <a:pt x="0" y="15643"/>
                  </a:cubicBezTo>
                  <a:cubicBezTo>
                    <a:pt x="1189" y="24418"/>
                    <a:pt x="2378" y="33200"/>
                    <a:pt x="3566" y="41981"/>
                  </a:cubicBezTo>
                  <a:cubicBezTo>
                    <a:pt x="8395" y="43329"/>
                    <a:pt x="18405" y="45405"/>
                    <a:pt x="30457" y="42527"/>
                  </a:cubicBezTo>
                  <a:cubicBezTo>
                    <a:pt x="39761" y="40309"/>
                    <a:pt x="46438" y="36044"/>
                    <a:pt x="50209" y="33200"/>
                  </a:cubicBezTo>
                  <a:cubicBezTo>
                    <a:pt x="46916" y="22132"/>
                    <a:pt x="43623" y="11070"/>
                    <a:pt x="40330" y="2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7D664DE-B15C-638B-B351-101D0668B9C6}"/>
                </a:ext>
              </a:extLst>
            </p:cNvPr>
            <p:cNvSpPr/>
            <p:nvPr/>
          </p:nvSpPr>
          <p:spPr>
            <a:xfrm>
              <a:off x="8420337" y="3192327"/>
              <a:ext cx="90999" cy="79624"/>
            </a:xfrm>
            <a:custGeom>
              <a:avLst/>
              <a:gdLst>
                <a:gd name="connsiteX0" fmla="*/ 94094 w 90999"/>
                <a:gd name="connsiteY0" fmla="*/ 78615 h 79624"/>
                <a:gd name="connsiteX1" fmla="*/ 71048 w 90999"/>
                <a:gd name="connsiteY1" fmla="*/ 79031 h 79624"/>
                <a:gd name="connsiteX2" fmla="*/ 32175 w 90999"/>
                <a:gd name="connsiteY2" fmla="*/ 26428 h 79624"/>
                <a:gd name="connsiteX3" fmla="*/ 12775 w 90999"/>
                <a:gd name="connsiteY3" fmla="*/ 26029 h 79624"/>
                <a:gd name="connsiteX4" fmla="*/ 4511 w 90999"/>
                <a:gd name="connsiteY4" fmla="*/ 22941 h 79624"/>
                <a:gd name="connsiteX5" fmla="*/ 126 w 90999"/>
                <a:gd name="connsiteY5" fmla="*/ 12357 h 79624"/>
                <a:gd name="connsiteX6" fmla="*/ 52940 w 90999"/>
                <a:gd name="connsiteY6" fmla="*/ 9 h 79624"/>
                <a:gd name="connsiteX7" fmla="*/ 91011 w 90999"/>
                <a:gd name="connsiteY7" fmla="*/ 9092 h 79624"/>
                <a:gd name="connsiteX8" fmla="*/ 94509 w 90999"/>
                <a:gd name="connsiteY8" fmla="*/ 24704 h 79624"/>
                <a:gd name="connsiteX9" fmla="*/ 94094 w 90999"/>
                <a:gd name="connsiteY9" fmla="*/ 78615 h 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999" h="79624">
                  <a:moveTo>
                    <a:pt x="94094" y="78615"/>
                  </a:moveTo>
                  <a:cubicBezTo>
                    <a:pt x="83623" y="81465"/>
                    <a:pt x="75644" y="80236"/>
                    <a:pt x="71048" y="79031"/>
                  </a:cubicBezTo>
                  <a:cubicBezTo>
                    <a:pt x="50955" y="73730"/>
                    <a:pt x="35775" y="52920"/>
                    <a:pt x="32175" y="26428"/>
                  </a:cubicBezTo>
                  <a:cubicBezTo>
                    <a:pt x="25708" y="26291"/>
                    <a:pt x="19236" y="26160"/>
                    <a:pt x="12775" y="26029"/>
                  </a:cubicBezTo>
                  <a:cubicBezTo>
                    <a:pt x="8788" y="25944"/>
                    <a:pt x="6525" y="24698"/>
                    <a:pt x="4511" y="22941"/>
                  </a:cubicBezTo>
                  <a:cubicBezTo>
                    <a:pt x="1463" y="20285"/>
                    <a:pt x="-534" y="15576"/>
                    <a:pt x="126" y="12357"/>
                  </a:cubicBezTo>
                  <a:cubicBezTo>
                    <a:pt x="2555" y="493"/>
                    <a:pt x="42816" y="106"/>
                    <a:pt x="52940" y="9"/>
                  </a:cubicBezTo>
                  <a:cubicBezTo>
                    <a:pt x="82816" y="-275"/>
                    <a:pt x="88896" y="6089"/>
                    <a:pt x="91011" y="9092"/>
                  </a:cubicBezTo>
                  <a:cubicBezTo>
                    <a:pt x="94640" y="14245"/>
                    <a:pt x="94879" y="20387"/>
                    <a:pt x="94509" y="24704"/>
                  </a:cubicBezTo>
                  <a:cubicBezTo>
                    <a:pt x="94373" y="42677"/>
                    <a:pt x="94231" y="60643"/>
                    <a:pt x="94094" y="78615"/>
                  </a:cubicBez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6E631E6-7A3B-1BDE-37BF-3E84A66DE11D}"/>
                </a:ext>
              </a:extLst>
            </p:cNvPr>
            <p:cNvSpPr/>
            <p:nvPr/>
          </p:nvSpPr>
          <p:spPr>
            <a:xfrm>
              <a:off x="8453019" y="3269628"/>
              <a:ext cx="22750" cy="28437"/>
            </a:xfrm>
            <a:custGeom>
              <a:avLst/>
              <a:gdLst>
                <a:gd name="connsiteX0" fmla="*/ 0 w 22749"/>
                <a:gd name="connsiteY0" fmla="*/ 15118 h 28437"/>
                <a:gd name="connsiteX1" fmla="*/ 5369 w 22749"/>
                <a:gd name="connsiteY1" fmla="*/ 12428 h 28437"/>
                <a:gd name="connsiteX2" fmla="*/ 6091 w 22749"/>
                <a:gd name="connsiteY2" fmla="*/ 9004 h 28437"/>
                <a:gd name="connsiteX3" fmla="*/ 20372 w 22749"/>
                <a:gd name="connsiteY3" fmla="*/ 467 h 28437"/>
                <a:gd name="connsiteX4" fmla="*/ 28113 w 22749"/>
                <a:gd name="connsiteY4" fmla="*/ 183 h 28437"/>
                <a:gd name="connsiteX5" fmla="*/ 25508 w 22749"/>
                <a:gd name="connsiteY5" fmla="*/ 14862 h 28437"/>
                <a:gd name="connsiteX6" fmla="*/ 2047 w 22749"/>
                <a:gd name="connsiteY6" fmla="*/ 30247 h 28437"/>
                <a:gd name="connsiteX7" fmla="*/ 0 w 22749"/>
                <a:gd name="connsiteY7" fmla="*/ 15118 h 28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49" h="28437">
                  <a:moveTo>
                    <a:pt x="0" y="15118"/>
                  </a:moveTo>
                  <a:cubicBezTo>
                    <a:pt x="1473" y="13833"/>
                    <a:pt x="3293" y="12866"/>
                    <a:pt x="5369" y="12428"/>
                  </a:cubicBezTo>
                  <a:cubicBezTo>
                    <a:pt x="5608" y="11291"/>
                    <a:pt x="5852" y="10147"/>
                    <a:pt x="6091" y="9004"/>
                  </a:cubicBezTo>
                  <a:cubicBezTo>
                    <a:pt x="7900" y="6923"/>
                    <a:pt x="12689" y="2014"/>
                    <a:pt x="20372" y="467"/>
                  </a:cubicBezTo>
                  <a:cubicBezTo>
                    <a:pt x="23398" y="-135"/>
                    <a:pt x="26071" y="-67"/>
                    <a:pt x="28113" y="183"/>
                  </a:cubicBezTo>
                  <a:cubicBezTo>
                    <a:pt x="28409" y="3385"/>
                    <a:pt x="28432" y="9033"/>
                    <a:pt x="25508" y="14862"/>
                  </a:cubicBezTo>
                  <a:cubicBezTo>
                    <a:pt x="19787" y="26271"/>
                    <a:pt x="7308" y="29417"/>
                    <a:pt x="2047" y="30247"/>
                  </a:cubicBezTo>
                  <a:cubicBezTo>
                    <a:pt x="1365" y="25202"/>
                    <a:pt x="682" y="20163"/>
                    <a:pt x="0" y="15118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8FDAD40F-81BD-2741-352D-F88EFCAC9C94}"/>
                </a:ext>
              </a:extLst>
            </p:cNvPr>
            <p:cNvSpPr/>
            <p:nvPr/>
          </p:nvSpPr>
          <p:spPr>
            <a:xfrm>
              <a:off x="8427306" y="3215042"/>
              <a:ext cx="62562" cy="73937"/>
            </a:xfrm>
            <a:custGeom>
              <a:avLst/>
              <a:gdLst>
                <a:gd name="connsiteX0" fmla="*/ 53809 w 62561"/>
                <a:gd name="connsiteY0" fmla="*/ 46789 h 73936"/>
                <a:gd name="connsiteX1" fmla="*/ 60276 w 62561"/>
                <a:gd name="connsiteY1" fmla="*/ 45879 h 73936"/>
                <a:gd name="connsiteX2" fmla="*/ 60867 w 62561"/>
                <a:gd name="connsiteY2" fmla="*/ 27588 h 73936"/>
                <a:gd name="connsiteX3" fmla="*/ 56823 w 62561"/>
                <a:gd name="connsiteY3" fmla="*/ 26479 h 73936"/>
                <a:gd name="connsiteX4" fmla="*/ 54804 w 62561"/>
                <a:gd name="connsiteY4" fmla="*/ 27190 h 73936"/>
                <a:gd name="connsiteX5" fmla="*/ 49890 w 62561"/>
                <a:gd name="connsiteY5" fmla="*/ 35642 h 73936"/>
                <a:gd name="connsiteX6" fmla="*/ 47308 w 62561"/>
                <a:gd name="connsiteY6" fmla="*/ 33435 h 73936"/>
                <a:gd name="connsiteX7" fmla="*/ 33289 w 62561"/>
                <a:gd name="connsiteY7" fmla="*/ 1398 h 73936"/>
                <a:gd name="connsiteX8" fmla="*/ 10084 w 62561"/>
                <a:gd name="connsiteY8" fmla="*/ 5100 h 73936"/>
                <a:gd name="connsiteX9" fmla="*/ 6086 w 62561"/>
                <a:gd name="connsiteY9" fmla="*/ 17448 h 73936"/>
                <a:gd name="connsiteX10" fmla="*/ 1923 w 62561"/>
                <a:gd name="connsiteY10" fmla="*/ 34544 h 73936"/>
                <a:gd name="connsiteX11" fmla="*/ 0 w 62561"/>
                <a:gd name="connsiteY11" fmla="*/ 37667 h 73936"/>
                <a:gd name="connsiteX12" fmla="*/ 1689 w 62561"/>
                <a:gd name="connsiteY12" fmla="*/ 41033 h 73936"/>
                <a:gd name="connsiteX13" fmla="*/ 2412 w 62561"/>
                <a:gd name="connsiteY13" fmla="*/ 45839 h 73936"/>
                <a:gd name="connsiteX14" fmla="*/ 4607 w 62561"/>
                <a:gd name="connsiteY14" fmla="*/ 65143 h 73936"/>
                <a:gd name="connsiteX15" fmla="*/ 8366 w 62561"/>
                <a:gd name="connsiteY15" fmla="*/ 75926 h 73936"/>
                <a:gd name="connsiteX16" fmla="*/ 45744 w 62561"/>
                <a:gd name="connsiteY16" fmla="*/ 68418 h 73936"/>
                <a:gd name="connsiteX17" fmla="*/ 54833 w 62561"/>
                <a:gd name="connsiteY17" fmla="*/ 58915 h 73936"/>
                <a:gd name="connsiteX18" fmla="*/ 54525 w 62561"/>
                <a:gd name="connsiteY18" fmla="*/ 53563 h 73936"/>
                <a:gd name="connsiteX19" fmla="*/ 53809 w 62561"/>
                <a:gd name="connsiteY19" fmla="*/ 46789 h 73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2561" h="73936">
                  <a:moveTo>
                    <a:pt x="53809" y="46789"/>
                  </a:moveTo>
                  <a:cubicBezTo>
                    <a:pt x="57409" y="47449"/>
                    <a:pt x="59479" y="46380"/>
                    <a:pt x="60276" y="45879"/>
                  </a:cubicBezTo>
                  <a:cubicBezTo>
                    <a:pt x="66208" y="42154"/>
                    <a:pt x="64774" y="30153"/>
                    <a:pt x="60867" y="27588"/>
                  </a:cubicBezTo>
                  <a:cubicBezTo>
                    <a:pt x="58803" y="26235"/>
                    <a:pt x="56823" y="26479"/>
                    <a:pt x="56823" y="26479"/>
                  </a:cubicBezTo>
                  <a:cubicBezTo>
                    <a:pt x="56550" y="26513"/>
                    <a:pt x="55748" y="26639"/>
                    <a:pt x="54804" y="27190"/>
                  </a:cubicBezTo>
                  <a:cubicBezTo>
                    <a:pt x="50999" y="29408"/>
                    <a:pt x="49890" y="35642"/>
                    <a:pt x="49890" y="35642"/>
                  </a:cubicBezTo>
                  <a:cubicBezTo>
                    <a:pt x="49031" y="34908"/>
                    <a:pt x="48173" y="34169"/>
                    <a:pt x="47308" y="33435"/>
                  </a:cubicBezTo>
                  <a:cubicBezTo>
                    <a:pt x="50937" y="19324"/>
                    <a:pt x="44203" y="5686"/>
                    <a:pt x="33289" y="1398"/>
                  </a:cubicBezTo>
                  <a:cubicBezTo>
                    <a:pt x="21988" y="-3039"/>
                    <a:pt x="11017" y="4446"/>
                    <a:pt x="10084" y="5100"/>
                  </a:cubicBezTo>
                  <a:cubicBezTo>
                    <a:pt x="8696" y="8962"/>
                    <a:pt x="7348" y="13085"/>
                    <a:pt x="6086" y="17448"/>
                  </a:cubicBezTo>
                  <a:cubicBezTo>
                    <a:pt x="4345" y="23459"/>
                    <a:pt x="2986" y="29181"/>
                    <a:pt x="1923" y="34544"/>
                  </a:cubicBezTo>
                  <a:cubicBezTo>
                    <a:pt x="1058" y="35238"/>
                    <a:pt x="-11" y="36330"/>
                    <a:pt x="0" y="37667"/>
                  </a:cubicBezTo>
                  <a:cubicBezTo>
                    <a:pt x="17" y="38901"/>
                    <a:pt x="950" y="39498"/>
                    <a:pt x="1689" y="41033"/>
                  </a:cubicBezTo>
                  <a:cubicBezTo>
                    <a:pt x="2554" y="42842"/>
                    <a:pt x="2429" y="44446"/>
                    <a:pt x="2412" y="45839"/>
                  </a:cubicBezTo>
                  <a:cubicBezTo>
                    <a:pt x="2349" y="51447"/>
                    <a:pt x="3657" y="60672"/>
                    <a:pt x="4607" y="65143"/>
                  </a:cubicBezTo>
                  <a:cubicBezTo>
                    <a:pt x="5869" y="71097"/>
                    <a:pt x="6506" y="74072"/>
                    <a:pt x="8366" y="75926"/>
                  </a:cubicBezTo>
                  <a:cubicBezTo>
                    <a:pt x="16630" y="84161"/>
                    <a:pt x="37639" y="72803"/>
                    <a:pt x="45744" y="68418"/>
                  </a:cubicBezTo>
                  <a:cubicBezTo>
                    <a:pt x="49367" y="66462"/>
                    <a:pt x="54384" y="63328"/>
                    <a:pt x="54833" y="58915"/>
                  </a:cubicBezTo>
                  <a:cubicBezTo>
                    <a:pt x="54912" y="58084"/>
                    <a:pt x="54787" y="56577"/>
                    <a:pt x="54525" y="53563"/>
                  </a:cubicBezTo>
                  <a:cubicBezTo>
                    <a:pt x="54281" y="50731"/>
                    <a:pt x="54008" y="48399"/>
                    <a:pt x="53809" y="46789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9EE04B01-9A2D-35FA-DE3F-812F05AD1B7D}"/>
                </a:ext>
              </a:extLst>
            </p:cNvPr>
            <p:cNvSpPr/>
            <p:nvPr/>
          </p:nvSpPr>
          <p:spPr>
            <a:xfrm>
              <a:off x="8430542" y="3271750"/>
              <a:ext cx="11375" cy="11375"/>
            </a:xfrm>
            <a:custGeom>
              <a:avLst/>
              <a:gdLst>
                <a:gd name="connsiteX0" fmla="*/ 13189 w 11374"/>
                <a:gd name="connsiteY0" fmla="*/ 0 h 11374"/>
                <a:gd name="connsiteX1" fmla="*/ 2116 w 11374"/>
                <a:gd name="connsiteY1" fmla="*/ 11858 h 11374"/>
                <a:gd name="connsiteX2" fmla="*/ 1371 w 11374"/>
                <a:gd name="connsiteY2" fmla="*/ 8434 h 11374"/>
                <a:gd name="connsiteX3" fmla="*/ 0 w 11374"/>
                <a:gd name="connsiteY3" fmla="*/ 0 h 11374"/>
                <a:gd name="connsiteX4" fmla="*/ 13189 w 11374"/>
                <a:gd name="connsiteY4" fmla="*/ 0 h 1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74" h="11374">
                  <a:moveTo>
                    <a:pt x="13189" y="0"/>
                  </a:moveTo>
                  <a:cubicBezTo>
                    <a:pt x="13189" y="6296"/>
                    <a:pt x="8298" y="11403"/>
                    <a:pt x="2116" y="11858"/>
                  </a:cubicBezTo>
                  <a:cubicBezTo>
                    <a:pt x="1883" y="10835"/>
                    <a:pt x="1644" y="9714"/>
                    <a:pt x="1371" y="8434"/>
                  </a:cubicBezTo>
                  <a:cubicBezTo>
                    <a:pt x="933" y="6370"/>
                    <a:pt x="421" y="3270"/>
                    <a:pt x="0" y="0"/>
                  </a:cubicBezTo>
                  <a:lnTo>
                    <a:pt x="13189" y="0"/>
                  </a:lnTo>
                  <a:close/>
                </a:path>
              </a:pathLst>
            </a:custGeom>
            <a:solidFill>
              <a:srgbClr val="FFFFF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3231877-7F55-66A6-171B-316BE8673EA0}"/>
                </a:ext>
              </a:extLst>
            </p:cNvPr>
            <p:cNvSpPr/>
            <p:nvPr/>
          </p:nvSpPr>
          <p:spPr>
            <a:xfrm>
              <a:off x="8425689" y="3294773"/>
              <a:ext cx="153561" cy="199061"/>
            </a:xfrm>
            <a:custGeom>
              <a:avLst/>
              <a:gdLst>
                <a:gd name="connsiteX0" fmla="*/ 155564 w 153561"/>
                <a:gd name="connsiteY0" fmla="*/ 204162 h 199060"/>
                <a:gd name="connsiteX1" fmla="*/ 1 w 153561"/>
                <a:gd name="connsiteY1" fmla="*/ 203753 h 199060"/>
                <a:gd name="connsiteX2" fmla="*/ 4528 w 153561"/>
                <a:gd name="connsiteY2" fmla="*/ 125971 h 199060"/>
                <a:gd name="connsiteX3" fmla="*/ 29081 w 153561"/>
                <a:gd name="connsiteY3" fmla="*/ 10323 h 199060"/>
                <a:gd name="connsiteX4" fmla="*/ 51029 w 153561"/>
                <a:gd name="connsiteY4" fmla="*/ 8952 h 199060"/>
                <a:gd name="connsiteX5" fmla="*/ 78402 w 153561"/>
                <a:gd name="connsiteY5" fmla="*/ 0 h 199060"/>
                <a:gd name="connsiteX6" fmla="*/ 87184 w 153561"/>
                <a:gd name="connsiteY6" fmla="*/ 7132 h 199060"/>
                <a:gd name="connsiteX7" fmla="*/ 148091 w 153561"/>
                <a:gd name="connsiteY7" fmla="*/ 141020 h 199060"/>
                <a:gd name="connsiteX8" fmla="*/ 155564 w 153561"/>
                <a:gd name="connsiteY8" fmla="*/ 204162 h 199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3561" h="199060">
                  <a:moveTo>
                    <a:pt x="155564" y="204162"/>
                  </a:moveTo>
                  <a:cubicBezTo>
                    <a:pt x="103712" y="204026"/>
                    <a:pt x="51854" y="203889"/>
                    <a:pt x="1" y="203753"/>
                  </a:cubicBezTo>
                  <a:cubicBezTo>
                    <a:pt x="-44" y="180178"/>
                    <a:pt x="1190" y="154084"/>
                    <a:pt x="4528" y="125971"/>
                  </a:cubicBezTo>
                  <a:cubicBezTo>
                    <a:pt x="9800" y="81541"/>
                    <a:pt x="19077" y="42678"/>
                    <a:pt x="29081" y="10323"/>
                  </a:cubicBezTo>
                  <a:cubicBezTo>
                    <a:pt x="35093" y="10607"/>
                    <a:pt x="42583" y="10425"/>
                    <a:pt x="51029" y="8952"/>
                  </a:cubicBezTo>
                  <a:cubicBezTo>
                    <a:pt x="62569" y="6944"/>
                    <a:pt x="71834" y="3247"/>
                    <a:pt x="78402" y="0"/>
                  </a:cubicBezTo>
                  <a:cubicBezTo>
                    <a:pt x="80456" y="1530"/>
                    <a:pt x="83572" y="3953"/>
                    <a:pt x="87184" y="7132"/>
                  </a:cubicBezTo>
                  <a:cubicBezTo>
                    <a:pt x="128805" y="43782"/>
                    <a:pt x="139628" y="96721"/>
                    <a:pt x="148091" y="141020"/>
                  </a:cubicBezTo>
                  <a:cubicBezTo>
                    <a:pt x="151048" y="156479"/>
                    <a:pt x="154313" y="178017"/>
                    <a:pt x="155564" y="204162"/>
                  </a:cubicBez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7B7EED6F-B9AC-B659-6CC6-710C56713D8B}"/>
                </a:ext>
              </a:extLst>
            </p:cNvPr>
            <p:cNvSpPr/>
            <p:nvPr/>
          </p:nvSpPr>
          <p:spPr>
            <a:xfrm>
              <a:off x="8438806" y="3311230"/>
              <a:ext cx="85312" cy="90999"/>
            </a:xfrm>
            <a:custGeom>
              <a:avLst/>
              <a:gdLst>
                <a:gd name="connsiteX0" fmla="*/ 1314 w 85311"/>
                <a:gd name="connsiteY0" fmla="*/ 44347 h 90999"/>
                <a:gd name="connsiteX1" fmla="*/ 21237 w 85311"/>
                <a:gd name="connsiteY1" fmla="*/ 15534 h 90999"/>
                <a:gd name="connsiteX2" fmla="*/ 52501 w 85311"/>
                <a:gd name="connsiteY2" fmla="*/ 30 h 90999"/>
                <a:gd name="connsiteX3" fmla="*/ 76451 w 85311"/>
                <a:gd name="connsiteY3" fmla="*/ 8965 h 90999"/>
                <a:gd name="connsiteX4" fmla="*/ 78544 w 85311"/>
                <a:gd name="connsiteY4" fmla="*/ 10768 h 90999"/>
                <a:gd name="connsiteX5" fmla="*/ 79346 w 85311"/>
                <a:gd name="connsiteY5" fmla="*/ 64503 h 90999"/>
                <a:gd name="connsiteX6" fmla="*/ 49310 w 85311"/>
                <a:gd name="connsiteY6" fmla="*/ 94385 h 90999"/>
                <a:gd name="connsiteX7" fmla="*/ 47291 w 85311"/>
                <a:gd name="connsiteY7" fmla="*/ 96279 h 90999"/>
                <a:gd name="connsiteX8" fmla="*/ 0 w 85311"/>
                <a:gd name="connsiteY8" fmla="*/ 46417 h 90999"/>
                <a:gd name="connsiteX9" fmla="*/ 1314 w 85311"/>
                <a:gd name="connsiteY9" fmla="*/ 44347 h 9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5311" h="90999">
                  <a:moveTo>
                    <a:pt x="1314" y="44347"/>
                  </a:moveTo>
                  <a:cubicBezTo>
                    <a:pt x="8759" y="32790"/>
                    <a:pt x="15646" y="23070"/>
                    <a:pt x="21237" y="15534"/>
                  </a:cubicBezTo>
                  <a:cubicBezTo>
                    <a:pt x="28574" y="5655"/>
                    <a:pt x="40199" y="-487"/>
                    <a:pt x="52501" y="30"/>
                  </a:cubicBezTo>
                  <a:cubicBezTo>
                    <a:pt x="61089" y="400"/>
                    <a:pt x="69518" y="3397"/>
                    <a:pt x="76451" y="8965"/>
                  </a:cubicBezTo>
                  <a:cubicBezTo>
                    <a:pt x="77167" y="9551"/>
                    <a:pt x="77867" y="10148"/>
                    <a:pt x="78544" y="10768"/>
                  </a:cubicBezTo>
                  <a:cubicBezTo>
                    <a:pt x="93911" y="24941"/>
                    <a:pt x="93797" y="49397"/>
                    <a:pt x="79346" y="64503"/>
                  </a:cubicBezTo>
                  <a:cubicBezTo>
                    <a:pt x="67874" y="76493"/>
                    <a:pt x="57642" y="86497"/>
                    <a:pt x="49310" y="94385"/>
                  </a:cubicBezTo>
                  <a:cubicBezTo>
                    <a:pt x="48605" y="95051"/>
                    <a:pt x="47974" y="95636"/>
                    <a:pt x="47291" y="96279"/>
                  </a:cubicBezTo>
                  <a:lnTo>
                    <a:pt x="0" y="46417"/>
                  </a:lnTo>
                  <a:cubicBezTo>
                    <a:pt x="438" y="45723"/>
                    <a:pt x="853" y="45069"/>
                    <a:pt x="1314" y="44347"/>
                  </a:cubicBez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64F9883E-7D36-12B5-5A89-855E3C1D17ED}"/>
                </a:ext>
              </a:extLst>
            </p:cNvPr>
            <p:cNvSpPr/>
            <p:nvPr/>
          </p:nvSpPr>
          <p:spPr>
            <a:xfrm>
              <a:off x="8268819" y="3093866"/>
              <a:ext cx="62562" cy="62562"/>
            </a:xfrm>
            <a:custGeom>
              <a:avLst/>
              <a:gdLst>
                <a:gd name="connsiteX0" fmla="*/ 0 w 62561"/>
                <a:gd name="connsiteY0" fmla="*/ 0 h 62561"/>
                <a:gd name="connsiteX1" fmla="*/ 68073 w 62561"/>
                <a:gd name="connsiteY1" fmla="*/ 0 h 62561"/>
                <a:gd name="connsiteX2" fmla="*/ 68073 w 62561"/>
                <a:gd name="connsiteY2" fmla="*/ 68073 h 62561"/>
                <a:gd name="connsiteX3" fmla="*/ 0 w 62561"/>
                <a:gd name="connsiteY3" fmla="*/ 68073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61" h="62561">
                  <a:moveTo>
                    <a:pt x="0" y="0"/>
                  </a:moveTo>
                  <a:lnTo>
                    <a:pt x="68073" y="0"/>
                  </a:lnTo>
                  <a:lnTo>
                    <a:pt x="68073" y="68073"/>
                  </a:lnTo>
                  <a:lnTo>
                    <a:pt x="0" y="68073"/>
                  </a:ln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49B3A6B0-7BA6-E0BF-990C-EBF9176ECA82}"/>
                </a:ext>
              </a:extLst>
            </p:cNvPr>
            <p:cNvSpPr/>
            <p:nvPr/>
          </p:nvSpPr>
          <p:spPr>
            <a:xfrm>
              <a:off x="8215983" y="3248977"/>
              <a:ext cx="62562" cy="62562"/>
            </a:xfrm>
            <a:custGeom>
              <a:avLst/>
              <a:gdLst>
                <a:gd name="connsiteX0" fmla="*/ 0 w 62561"/>
                <a:gd name="connsiteY0" fmla="*/ 0 h 62561"/>
                <a:gd name="connsiteX1" fmla="*/ 68073 w 62561"/>
                <a:gd name="connsiteY1" fmla="*/ 0 h 62561"/>
                <a:gd name="connsiteX2" fmla="*/ 68073 w 62561"/>
                <a:gd name="connsiteY2" fmla="*/ 68073 h 62561"/>
                <a:gd name="connsiteX3" fmla="*/ 0 w 62561"/>
                <a:gd name="connsiteY3" fmla="*/ 68073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61" h="62561">
                  <a:moveTo>
                    <a:pt x="0" y="0"/>
                  </a:moveTo>
                  <a:lnTo>
                    <a:pt x="68073" y="0"/>
                  </a:lnTo>
                  <a:lnTo>
                    <a:pt x="68073" y="68073"/>
                  </a:lnTo>
                  <a:lnTo>
                    <a:pt x="0" y="68073"/>
                  </a:lnTo>
                  <a:close/>
                </a:path>
              </a:pathLst>
            </a:custGeom>
            <a:solidFill>
              <a:schemeClr val="accent1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E9428F44-32C6-85A2-FE6F-E4064D399C87}"/>
                </a:ext>
              </a:extLst>
            </p:cNvPr>
            <p:cNvSpPr/>
            <p:nvPr/>
          </p:nvSpPr>
          <p:spPr>
            <a:xfrm>
              <a:off x="8431196" y="3038536"/>
              <a:ext cx="62562" cy="62562"/>
            </a:xfrm>
            <a:custGeom>
              <a:avLst/>
              <a:gdLst>
                <a:gd name="connsiteX0" fmla="*/ 0 w 62561"/>
                <a:gd name="connsiteY0" fmla="*/ 0 h 62561"/>
                <a:gd name="connsiteX1" fmla="*/ 68067 w 62561"/>
                <a:gd name="connsiteY1" fmla="*/ 0 h 62561"/>
                <a:gd name="connsiteX2" fmla="*/ 68067 w 62561"/>
                <a:gd name="connsiteY2" fmla="*/ 68073 h 62561"/>
                <a:gd name="connsiteX3" fmla="*/ 0 w 62561"/>
                <a:gd name="connsiteY3" fmla="*/ 68073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61" h="62561">
                  <a:moveTo>
                    <a:pt x="0" y="0"/>
                  </a:moveTo>
                  <a:lnTo>
                    <a:pt x="68067" y="0"/>
                  </a:lnTo>
                  <a:lnTo>
                    <a:pt x="68067" y="68073"/>
                  </a:lnTo>
                  <a:lnTo>
                    <a:pt x="0" y="68073"/>
                  </a:ln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F5F5C675-3A02-2B12-DF6D-2B1C6D193115}"/>
                </a:ext>
              </a:extLst>
            </p:cNvPr>
            <p:cNvSpPr/>
            <p:nvPr/>
          </p:nvSpPr>
          <p:spPr>
            <a:xfrm>
              <a:off x="8242458" y="3361168"/>
              <a:ext cx="62562" cy="62562"/>
            </a:xfrm>
            <a:custGeom>
              <a:avLst/>
              <a:gdLst>
                <a:gd name="connsiteX0" fmla="*/ 0 w 62561"/>
                <a:gd name="connsiteY0" fmla="*/ 0 h 62561"/>
                <a:gd name="connsiteX1" fmla="*/ 68067 w 62561"/>
                <a:gd name="connsiteY1" fmla="*/ 0 h 62561"/>
                <a:gd name="connsiteX2" fmla="*/ 68067 w 62561"/>
                <a:gd name="connsiteY2" fmla="*/ 68073 h 62561"/>
                <a:gd name="connsiteX3" fmla="*/ 0 w 62561"/>
                <a:gd name="connsiteY3" fmla="*/ 68073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61" h="62561">
                  <a:moveTo>
                    <a:pt x="0" y="0"/>
                  </a:moveTo>
                  <a:lnTo>
                    <a:pt x="68067" y="0"/>
                  </a:lnTo>
                  <a:lnTo>
                    <a:pt x="68067" y="68073"/>
                  </a:lnTo>
                  <a:lnTo>
                    <a:pt x="0" y="68073"/>
                  </a:ln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2095D9FC-EB30-1982-7092-D438AD0C4278}"/>
                </a:ext>
              </a:extLst>
            </p:cNvPr>
            <p:cNvSpPr/>
            <p:nvPr/>
          </p:nvSpPr>
          <p:spPr>
            <a:xfrm>
              <a:off x="8013633" y="3057476"/>
              <a:ext cx="62562" cy="62562"/>
            </a:xfrm>
            <a:custGeom>
              <a:avLst/>
              <a:gdLst>
                <a:gd name="connsiteX0" fmla="*/ 0 w 62561"/>
                <a:gd name="connsiteY0" fmla="*/ 0 h 62561"/>
                <a:gd name="connsiteX1" fmla="*/ 68068 w 62561"/>
                <a:gd name="connsiteY1" fmla="*/ 0 h 62561"/>
                <a:gd name="connsiteX2" fmla="*/ 68068 w 62561"/>
                <a:gd name="connsiteY2" fmla="*/ 68067 h 62561"/>
                <a:gd name="connsiteX3" fmla="*/ 0 w 62561"/>
                <a:gd name="connsiteY3" fmla="*/ 68067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561" h="62561">
                  <a:moveTo>
                    <a:pt x="0" y="0"/>
                  </a:moveTo>
                  <a:lnTo>
                    <a:pt x="68068" y="0"/>
                  </a:lnTo>
                  <a:lnTo>
                    <a:pt x="68068" y="68067"/>
                  </a:lnTo>
                  <a:lnTo>
                    <a:pt x="0" y="68067"/>
                  </a:ln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2B868A61-2984-A1B0-BDD0-711E9B28CA54}"/>
                </a:ext>
              </a:extLst>
            </p:cNvPr>
            <p:cNvSpPr/>
            <p:nvPr/>
          </p:nvSpPr>
          <p:spPr>
            <a:xfrm>
              <a:off x="8263335" y="3357647"/>
              <a:ext cx="221810" cy="85312"/>
            </a:xfrm>
            <a:custGeom>
              <a:avLst/>
              <a:gdLst>
                <a:gd name="connsiteX0" fmla="*/ 821 w 221810"/>
                <a:gd name="connsiteY0" fmla="*/ 35245 h 85311"/>
                <a:gd name="connsiteX1" fmla="*/ 4626 w 221810"/>
                <a:gd name="connsiteY1" fmla="*/ 33357 h 85311"/>
                <a:gd name="connsiteX2" fmla="*/ 20369 w 221810"/>
                <a:gd name="connsiteY2" fmla="*/ 35490 h 85311"/>
                <a:gd name="connsiteX3" fmla="*/ 5143 w 221810"/>
                <a:gd name="connsiteY3" fmla="*/ 30826 h 85311"/>
                <a:gd name="connsiteX4" fmla="*/ 3170 w 221810"/>
                <a:gd name="connsiteY4" fmla="*/ 27334 h 85311"/>
                <a:gd name="connsiteX5" fmla="*/ 6873 w 221810"/>
                <a:gd name="connsiteY5" fmla="*/ 25104 h 85311"/>
                <a:gd name="connsiteX6" fmla="*/ 34809 w 221810"/>
                <a:gd name="connsiteY6" fmla="*/ 31116 h 85311"/>
                <a:gd name="connsiteX7" fmla="*/ 25698 w 221810"/>
                <a:gd name="connsiteY7" fmla="*/ 26549 h 85311"/>
                <a:gd name="connsiteX8" fmla="*/ 23651 w 221810"/>
                <a:gd name="connsiteY8" fmla="*/ 23239 h 85311"/>
                <a:gd name="connsiteX9" fmla="*/ 24771 w 221810"/>
                <a:gd name="connsiteY9" fmla="*/ 20958 h 85311"/>
                <a:gd name="connsiteX10" fmla="*/ 29167 w 221810"/>
                <a:gd name="connsiteY10" fmla="*/ 21049 h 85311"/>
                <a:gd name="connsiteX11" fmla="*/ 40650 w 221810"/>
                <a:gd name="connsiteY11" fmla="*/ 25480 h 85311"/>
                <a:gd name="connsiteX12" fmla="*/ 48920 w 221810"/>
                <a:gd name="connsiteY12" fmla="*/ 30411 h 85311"/>
                <a:gd name="connsiteX13" fmla="*/ 50859 w 221810"/>
                <a:gd name="connsiteY13" fmla="*/ 37588 h 85311"/>
                <a:gd name="connsiteX14" fmla="*/ 112420 w 221810"/>
                <a:gd name="connsiteY14" fmla="*/ 39852 h 85311"/>
                <a:gd name="connsiteX15" fmla="*/ 146312 w 221810"/>
                <a:gd name="connsiteY15" fmla="*/ 34329 h 85311"/>
                <a:gd name="connsiteX16" fmla="*/ 149337 w 221810"/>
                <a:gd name="connsiteY16" fmla="*/ 32248 h 85311"/>
                <a:gd name="connsiteX17" fmla="*/ 175471 w 221810"/>
                <a:gd name="connsiteY17" fmla="*/ 0 h 85311"/>
                <a:gd name="connsiteX18" fmla="*/ 222762 w 221810"/>
                <a:gd name="connsiteY18" fmla="*/ 49862 h 85311"/>
                <a:gd name="connsiteX19" fmla="*/ 174226 w 221810"/>
                <a:gd name="connsiteY19" fmla="*/ 84987 h 85311"/>
                <a:gd name="connsiteX20" fmla="*/ 128715 w 221810"/>
                <a:gd name="connsiteY20" fmla="*/ 82462 h 85311"/>
                <a:gd name="connsiteX21" fmla="*/ 47873 w 221810"/>
                <a:gd name="connsiteY21" fmla="*/ 56283 h 85311"/>
                <a:gd name="connsiteX22" fmla="*/ 42914 w 221810"/>
                <a:gd name="connsiteY22" fmla="*/ 59354 h 85311"/>
                <a:gd name="connsiteX23" fmla="*/ 37078 w 221810"/>
                <a:gd name="connsiteY23" fmla="*/ 59866 h 85311"/>
                <a:gd name="connsiteX24" fmla="*/ 3614 w 221810"/>
                <a:gd name="connsiteY24" fmla="*/ 54622 h 85311"/>
                <a:gd name="connsiteX25" fmla="*/ 1868 w 221810"/>
                <a:gd name="connsiteY25" fmla="*/ 51710 h 85311"/>
                <a:gd name="connsiteX26" fmla="*/ 3972 w 221810"/>
                <a:gd name="connsiteY26" fmla="*/ 48958 h 85311"/>
                <a:gd name="connsiteX27" fmla="*/ 17878 w 221810"/>
                <a:gd name="connsiteY27" fmla="*/ 50493 h 85311"/>
                <a:gd name="connsiteX28" fmla="*/ 3108 w 221810"/>
                <a:gd name="connsiteY28" fmla="*/ 47746 h 85311"/>
                <a:gd name="connsiteX29" fmla="*/ 53 w 221810"/>
                <a:gd name="connsiteY29" fmla="*/ 43941 h 85311"/>
                <a:gd name="connsiteX30" fmla="*/ 3278 w 221810"/>
                <a:gd name="connsiteY30" fmla="*/ 41473 h 85311"/>
                <a:gd name="connsiteX31" fmla="*/ 18452 w 221810"/>
                <a:gd name="connsiteY31" fmla="*/ 42929 h 85311"/>
                <a:gd name="connsiteX32" fmla="*/ 3113 w 221810"/>
                <a:gd name="connsiteY32" fmla="*/ 39346 h 85311"/>
                <a:gd name="connsiteX33" fmla="*/ 821 w 221810"/>
                <a:gd name="connsiteY33" fmla="*/ 35245 h 8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21810" h="85311">
                  <a:moveTo>
                    <a:pt x="821" y="35245"/>
                  </a:moveTo>
                  <a:cubicBezTo>
                    <a:pt x="1339" y="33829"/>
                    <a:pt x="2988" y="32942"/>
                    <a:pt x="4626" y="33357"/>
                  </a:cubicBezTo>
                  <a:cubicBezTo>
                    <a:pt x="9876" y="34068"/>
                    <a:pt x="15119" y="34779"/>
                    <a:pt x="20369" y="35490"/>
                  </a:cubicBezTo>
                  <a:cubicBezTo>
                    <a:pt x="15296" y="33937"/>
                    <a:pt x="10217" y="32379"/>
                    <a:pt x="5143" y="30826"/>
                  </a:cubicBezTo>
                  <a:cubicBezTo>
                    <a:pt x="3676" y="30291"/>
                    <a:pt x="2846" y="28761"/>
                    <a:pt x="3170" y="27334"/>
                  </a:cubicBezTo>
                  <a:cubicBezTo>
                    <a:pt x="3528" y="25764"/>
                    <a:pt x="5189" y="24706"/>
                    <a:pt x="6873" y="25104"/>
                  </a:cubicBezTo>
                  <a:cubicBezTo>
                    <a:pt x="16183" y="27106"/>
                    <a:pt x="25499" y="29114"/>
                    <a:pt x="34809" y="31116"/>
                  </a:cubicBezTo>
                  <a:cubicBezTo>
                    <a:pt x="31772" y="29592"/>
                    <a:pt x="28735" y="28073"/>
                    <a:pt x="25698" y="26549"/>
                  </a:cubicBezTo>
                  <a:cubicBezTo>
                    <a:pt x="24390" y="25821"/>
                    <a:pt x="23594" y="24547"/>
                    <a:pt x="23651" y="23239"/>
                  </a:cubicBezTo>
                  <a:cubicBezTo>
                    <a:pt x="23685" y="22414"/>
                    <a:pt x="24049" y="21487"/>
                    <a:pt x="24771" y="20958"/>
                  </a:cubicBezTo>
                  <a:cubicBezTo>
                    <a:pt x="26051" y="20014"/>
                    <a:pt x="27939" y="20628"/>
                    <a:pt x="29167" y="21049"/>
                  </a:cubicBezTo>
                  <a:cubicBezTo>
                    <a:pt x="37096" y="23756"/>
                    <a:pt x="40650" y="25480"/>
                    <a:pt x="40650" y="25480"/>
                  </a:cubicBezTo>
                  <a:cubicBezTo>
                    <a:pt x="47179" y="28648"/>
                    <a:pt x="48010" y="29143"/>
                    <a:pt x="48920" y="30411"/>
                  </a:cubicBezTo>
                  <a:cubicBezTo>
                    <a:pt x="50706" y="32908"/>
                    <a:pt x="50916" y="35768"/>
                    <a:pt x="50859" y="37588"/>
                  </a:cubicBezTo>
                  <a:cubicBezTo>
                    <a:pt x="67376" y="40301"/>
                    <a:pt x="88362" y="42036"/>
                    <a:pt x="112420" y="39852"/>
                  </a:cubicBezTo>
                  <a:cubicBezTo>
                    <a:pt x="124961" y="38714"/>
                    <a:pt x="136313" y="36696"/>
                    <a:pt x="146312" y="34329"/>
                  </a:cubicBezTo>
                  <a:cubicBezTo>
                    <a:pt x="147324" y="33670"/>
                    <a:pt x="148331" y="32976"/>
                    <a:pt x="149337" y="32248"/>
                  </a:cubicBezTo>
                  <a:cubicBezTo>
                    <a:pt x="161884" y="23142"/>
                    <a:pt x="170062" y="11312"/>
                    <a:pt x="175471" y="0"/>
                  </a:cubicBezTo>
                  <a:lnTo>
                    <a:pt x="222762" y="49862"/>
                  </a:lnTo>
                  <a:cubicBezTo>
                    <a:pt x="192886" y="77947"/>
                    <a:pt x="183223" y="82604"/>
                    <a:pt x="174226" y="84987"/>
                  </a:cubicBezTo>
                  <a:cubicBezTo>
                    <a:pt x="155576" y="89930"/>
                    <a:pt x="139640" y="85664"/>
                    <a:pt x="128715" y="82462"/>
                  </a:cubicBezTo>
                  <a:cubicBezTo>
                    <a:pt x="107654" y="76297"/>
                    <a:pt x="80132" y="67823"/>
                    <a:pt x="47873" y="56283"/>
                  </a:cubicBezTo>
                  <a:cubicBezTo>
                    <a:pt x="47088" y="57074"/>
                    <a:pt x="45445" y="58513"/>
                    <a:pt x="42914" y="59354"/>
                  </a:cubicBezTo>
                  <a:cubicBezTo>
                    <a:pt x="40360" y="60202"/>
                    <a:pt x="38165" y="59991"/>
                    <a:pt x="37078" y="59866"/>
                  </a:cubicBezTo>
                  <a:cubicBezTo>
                    <a:pt x="32619" y="59377"/>
                    <a:pt x="20227" y="57523"/>
                    <a:pt x="3614" y="54622"/>
                  </a:cubicBezTo>
                  <a:cubicBezTo>
                    <a:pt x="2499" y="54088"/>
                    <a:pt x="1805" y="52939"/>
                    <a:pt x="1868" y="51710"/>
                  </a:cubicBezTo>
                  <a:cubicBezTo>
                    <a:pt x="1930" y="50454"/>
                    <a:pt x="2766" y="49356"/>
                    <a:pt x="3972" y="48958"/>
                  </a:cubicBezTo>
                  <a:cubicBezTo>
                    <a:pt x="8607" y="49469"/>
                    <a:pt x="13242" y="49981"/>
                    <a:pt x="17878" y="50493"/>
                  </a:cubicBezTo>
                  <a:cubicBezTo>
                    <a:pt x="12953" y="49577"/>
                    <a:pt x="8027" y="48662"/>
                    <a:pt x="3108" y="47746"/>
                  </a:cubicBezTo>
                  <a:cubicBezTo>
                    <a:pt x="1037" y="47518"/>
                    <a:pt x="-288" y="45625"/>
                    <a:pt x="53" y="43941"/>
                  </a:cubicBezTo>
                  <a:cubicBezTo>
                    <a:pt x="332" y="42593"/>
                    <a:pt x="1663" y="41507"/>
                    <a:pt x="3278" y="41473"/>
                  </a:cubicBezTo>
                  <a:cubicBezTo>
                    <a:pt x="8334" y="41956"/>
                    <a:pt x="13396" y="42445"/>
                    <a:pt x="18452" y="42929"/>
                  </a:cubicBezTo>
                  <a:cubicBezTo>
                    <a:pt x="13339" y="41735"/>
                    <a:pt x="8226" y="40540"/>
                    <a:pt x="3113" y="39346"/>
                  </a:cubicBezTo>
                  <a:cubicBezTo>
                    <a:pt x="1231" y="38851"/>
                    <a:pt x="235" y="36866"/>
                    <a:pt x="821" y="35245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ACA6642-47E3-7EE5-EB70-1F41AD6A9A7B}"/>
                </a:ext>
              </a:extLst>
            </p:cNvPr>
            <p:cNvSpPr/>
            <p:nvPr/>
          </p:nvSpPr>
          <p:spPr>
            <a:xfrm>
              <a:off x="7555397" y="3128941"/>
              <a:ext cx="39812" cy="62562"/>
            </a:xfrm>
            <a:custGeom>
              <a:avLst/>
              <a:gdLst>
                <a:gd name="connsiteX0" fmla="*/ 115 w 39812"/>
                <a:gd name="connsiteY0" fmla="*/ 28218 h 62561"/>
                <a:gd name="connsiteX1" fmla="*/ 1059 w 39812"/>
                <a:gd name="connsiteY1" fmla="*/ 26637 h 62561"/>
                <a:gd name="connsiteX2" fmla="*/ 14783 w 39812"/>
                <a:gd name="connsiteY2" fmla="*/ 35361 h 62561"/>
                <a:gd name="connsiteX3" fmla="*/ 13656 w 39812"/>
                <a:gd name="connsiteY3" fmla="*/ 10729 h 62561"/>
                <a:gd name="connsiteX4" fmla="*/ 13702 w 39812"/>
                <a:gd name="connsiteY4" fmla="*/ 3210 h 62561"/>
                <a:gd name="connsiteX5" fmla="*/ 16551 w 39812"/>
                <a:gd name="connsiteY5" fmla="*/ 8 h 62561"/>
                <a:gd name="connsiteX6" fmla="*/ 20083 w 39812"/>
                <a:gd name="connsiteY6" fmla="*/ 2971 h 62561"/>
                <a:gd name="connsiteX7" fmla="*/ 22068 w 39812"/>
                <a:gd name="connsiteY7" fmla="*/ 19590 h 62561"/>
                <a:gd name="connsiteX8" fmla="*/ 43925 w 39812"/>
                <a:gd name="connsiteY8" fmla="*/ 20130 h 62561"/>
                <a:gd name="connsiteX9" fmla="*/ 45051 w 39812"/>
                <a:gd name="connsiteY9" fmla="*/ 36863 h 62561"/>
                <a:gd name="connsiteX10" fmla="*/ 42230 w 39812"/>
                <a:gd name="connsiteY10" fmla="*/ 53220 h 62561"/>
                <a:gd name="connsiteX11" fmla="*/ 40353 w 39812"/>
                <a:gd name="connsiteY11" fmla="*/ 54164 h 62561"/>
                <a:gd name="connsiteX12" fmla="*/ 39785 w 39812"/>
                <a:gd name="connsiteY12" fmla="*/ 64879 h 62561"/>
                <a:gd name="connsiteX13" fmla="*/ 20044 w 39812"/>
                <a:gd name="connsiteY13" fmla="*/ 64504 h 62561"/>
                <a:gd name="connsiteX14" fmla="*/ 19389 w 39812"/>
                <a:gd name="connsiteY14" fmla="*/ 52361 h 62561"/>
                <a:gd name="connsiteX15" fmla="*/ 12712 w 39812"/>
                <a:gd name="connsiteY15" fmla="*/ 47771 h 62561"/>
                <a:gd name="connsiteX16" fmla="*/ 5006 w 39812"/>
                <a:gd name="connsiteY16" fmla="*/ 37050 h 62561"/>
                <a:gd name="connsiteX17" fmla="*/ 115 w 39812"/>
                <a:gd name="connsiteY17" fmla="*/ 28218 h 6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9812" h="62561">
                  <a:moveTo>
                    <a:pt x="115" y="28218"/>
                  </a:moveTo>
                  <a:cubicBezTo>
                    <a:pt x="211" y="27854"/>
                    <a:pt x="427" y="27052"/>
                    <a:pt x="1059" y="26637"/>
                  </a:cubicBezTo>
                  <a:cubicBezTo>
                    <a:pt x="3846" y="24805"/>
                    <a:pt x="11939" y="32540"/>
                    <a:pt x="14783" y="35361"/>
                  </a:cubicBezTo>
                  <a:cubicBezTo>
                    <a:pt x="14112" y="27547"/>
                    <a:pt x="13702" y="19328"/>
                    <a:pt x="13656" y="10729"/>
                  </a:cubicBezTo>
                  <a:cubicBezTo>
                    <a:pt x="13639" y="8187"/>
                    <a:pt x="13656" y="5684"/>
                    <a:pt x="13702" y="3210"/>
                  </a:cubicBezTo>
                  <a:cubicBezTo>
                    <a:pt x="13770" y="3011"/>
                    <a:pt x="14737" y="173"/>
                    <a:pt x="16551" y="8"/>
                  </a:cubicBezTo>
                  <a:cubicBezTo>
                    <a:pt x="18121" y="-134"/>
                    <a:pt x="19924" y="1618"/>
                    <a:pt x="20083" y="2971"/>
                  </a:cubicBezTo>
                  <a:cubicBezTo>
                    <a:pt x="20743" y="8511"/>
                    <a:pt x="21403" y="14050"/>
                    <a:pt x="22068" y="19590"/>
                  </a:cubicBezTo>
                  <a:cubicBezTo>
                    <a:pt x="29348" y="19766"/>
                    <a:pt x="36639" y="19948"/>
                    <a:pt x="43925" y="20130"/>
                  </a:cubicBezTo>
                  <a:cubicBezTo>
                    <a:pt x="44363" y="25272"/>
                    <a:pt x="44755" y="30862"/>
                    <a:pt x="45051" y="36863"/>
                  </a:cubicBezTo>
                  <a:cubicBezTo>
                    <a:pt x="45489" y="45769"/>
                    <a:pt x="45478" y="50831"/>
                    <a:pt x="42230" y="53220"/>
                  </a:cubicBezTo>
                  <a:cubicBezTo>
                    <a:pt x="41525" y="53737"/>
                    <a:pt x="40831" y="54010"/>
                    <a:pt x="40353" y="54164"/>
                  </a:cubicBezTo>
                  <a:cubicBezTo>
                    <a:pt x="40160" y="57736"/>
                    <a:pt x="39972" y="61308"/>
                    <a:pt x="39785" y="64879"/>
                  </a:cubicBezTo>
                  <a:cubicBezTo>
                    <a:pt x="33204" y="64754"/>
                    <a:pt x="26624" y="64629"/>
                    <a:pt x="20044" y="64504"/>
                  </a:cubicBezTo>
                  <a:cubicBezTo>
                    <a:pt x="19827" y="60454"/>
                    <a:pt x="19606" y="56405"/>
                    <a:pt x="19389" y="52361"/>
                  </a:cubicBezTo>
                  <a:cubicBezTo>
                    <a:pt x="17757" y="51548"/>
                    <a:pt x="15260" y="50126"/>
                    <a:pt x="12712" y="47771"/>
                  </a:cubicBezTo>
                  <a:cubicBezTo>
                    <a:pt x="9027" y="44359"/>
                    <a:pt x="9920" y="43324"/>
                    <a:pt x="5006" y="37050"/>
                  </a:cubicBezTo>
                  <a:cubicBezTo>
                    <a:pt x="1889" y="33075"/>
                    <a:pt x="-568" y="30806"/>
                    <a:pt x="115" y="28218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41B1A56C-39FD-DC13-637D-6146AFE66E1F}"/>
                </a:ext>
              </a:extLst>
            </p:cNvPr>
            <p:cNvSpPr/>
            <p:nvPr/>
          </p:nvSpPr>
          <p:spPr>
            <a:xfrm>
              <a:off x="7576963" y="3148531"/>
              <a:ext cx="22750" cy="17062"/>
            </a:xfrm>
            <a:custGeom>
              <a:avLst/>
              <a:gdLst>
                <a:gd name="connsiteX0" fmla="*/ 502 w 22749"/>
                <a:gd name="connsiteY0" fmla="*/ 0 h 17062"/>
                <a:gd name="connsiteX1" fmla="*/ 22359 w 22749"/>
                <a:gd name="connsiteY1" fmla="*/ 540 h 17062"/>
                <a:gd name="connsiteX2" fmla="*/ 23474 w 22749"/>
                <a:gd name="connsiteY2" fmla="*/ 17131 h 17062"/>
                <a:gd name="connsiteX3" fmla="*/ 18218 w 22749"/>
                <a:gd name="connsiteY3" fmla="*/ 17085 h 17062"/>
                <a:gd name="connsiteX4" fmla="*/ 8709 w 22749"/>
                <a:gd name="connsiteY4" fmla="*/ 17972 h 17062"/>
                <a:gd name="connsiteX5" fmla="*/ 5382 w 22749"/>
                <a:gd name="connsiteY5" fmla="*/ 21129 h 17062"/>
                <a:gd name="connsiteX6" fmla="*/ 2680 w 22749"/>
                <a:gd name="connsiteY6" fmla="*/ 20970 h 17062"/>
                <a:gd name="connsiteX7" fmla="*/ 502 w 22749"/>
                <a:gd name="connsiteY7" fmla="*/ 0 h 1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49" h="17062">
                  <a:moveTo>
                    <a:pt x="502" y="0"/>
                  </a:moveTo>
                  <a:cubicBezTo>
                    <a:pt x="7782" y="176"/>
                    <a:pt x="15073" y="358"/>
                    <a:pt x="22359" y="540"/>
                  </a:cubicBezTo>
                  <a:cubicBezTo>
                    <a:pt x="22791" y="5642"/>
                    <a:pt x="23184" y="11187"/>
                    <a:pt x="23474" y="17131"/>
                  </a:cubicBezTo>
                  <a:cubicBezTo>
                    <a:pt x="21392" y="18541"/>
                    <a:pt x="19168" y="17842"/>
                    <a:pt x="18218" y="17085"/>
                  </a:cubicBezTo>
                  <a:cubicBezTo>
                    <a:pt x="18218" y="17085"/>
                    <a:pt x="15488" y="26009"/>
                    <a:pt x="8709" y="17972"/>
                  </a:cubicBezTo>
                  <a:cubicBezTo>
                    <a:pt x="8459" y="18518"/>
                    <a:pt x="7463" y="20577"/>
                    <a:pt x="5382" y="21129"/>
                  </a:cubicBezTo>
                  <a:cubicBezTo>
                    <a:pt x="5382" y="21129"/>
                    <a:pt x="4045" y="21487"/>
                    <a:pt x="2680" y="20970"/>
                  </a:cubicBezTo>
                  <a:cubicBezTo>
                    <a:pt x="-1346" y="19457"/>
                    <a:pt x="303" y="1951"/>
                    <a:pt x="502" y="0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EC4D91C-D04E-2653-B457-A9D4759165BA}"/>
                </a:ext>
              </a:extLst>
            </p:cNvPr>
            <p:cNvSpPr/>
            <p:nvPr/>
          </p:nvSpPr>
          <p:spPr>
            <a:xfrm>
              <a:off x="7577482" y="3146459"/>
              <a:ext cx="5687" cy="17062"/>
            </a:xfrm>
            <a:custGeom>
              <a:avLst/>
              <a:gdLst>
                <a:gd name="connsiteX0" fmla="*/ 8190 w 5687"/>
                <a:gd name="connsiteY0" fmla="*/ 1976 h 17062"/>
                <a:gd name="connsiteX1" fmla="*/ 7598 w 5687"/>
                <a:gd name="connsiteY1" fmla="*/ 18788 h 17062"/>
                <a:gd name="connsiteX2" fmla="*/ 3782 w 5687"/>
                <a:gd name="connsiteY2" fmla="*/ 22035 h 17062"/>
                <a:gd name="connsiteX3" fmla="*/ 1018 w 5687"/>
                <a:gd name="connsiteY3" fmla="*/ 18435 h 17062"/>
                <a:gd name="connsiteX4" fmla="*/ 0 w 5687"/>
                <a:gd name="connsiteY4" fmla="*/ 1504 h 17062"/>
                <a:gd name="connsiteX5" fmla="*/ 8190 w 5687"/>
                <a:gd name="connsiteY5" fmla="*/ 1976 h 1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87" h="17062">
                  <a:moveTo>
                    <a:pt x="8190" y="1976"/>
                  </a:moveTo>
                  <a:cubicBezTo>
                    <a:pt x="7991" y="7578"/>
                    <a:pt x="7797" y="13180"/>
                    <a:pt x="7598" y="18788"/>
                  </a:cubicBezTo>
                  <a:cubicBezTo>
                    <a:pt x="7473" y="20858"/>
                    <a:pt x="5596" y="22314"/>
                    <a:pt x="3782" y="22035"/>
                  </a:cubicBezTo>
                  <a:cubicBezTo>
                    <a:pt x="2184" y="21785"/>
                    <a:pt x="921" y="20244"/>
                    <a:pt x="1018" y="18435"/>
                  </a:cubicBezTo>
                  <a:cubicBezTo>
                    <a:pt x="677" y="12793"/>
                    <a:pt x="336" y="7151"/>
                    <a:pt x="0" y="1504"/>
                  </a:cubicBezTo>
                  <a:cubicBezTo>
                    <a:pt x="5005" y="-2136"/>
                    <a:pt x="8190" y="1976"/>
                    <a:pt x="8190" y="1976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C93A3CC7-7E30-9219-175D-CAFA88E1866D}"/>
                </a:ext>
              </a:extLst>
            </p:cNvPr>
            <p:cNvSpPr/>
            <p:nvPr/>
          </p:nvSpPr>
          <p:spPr>
            <a:xfrm>
              <a:off x="7585672" y="3146302"/>
              <a:ext cx="5687" cy="17062"/>
            </a:xfrm>
            <a:custGeom>
              <a:avLst/>
              <a:gdLst>
                <a:gd name="connsiteX0" fmla="*/ 8042 w 5687"/>
                <a:gd name="connsiteY0" fmla="*/ 1177 h 17062"/>
                <a:gd name="connsiteX1" fmla="*/ 8213 w 5687"/>
                <a:gd name="connsiteY1" fmla="*/ 17216 h 17062"/>
                <a:gd name="connsiteX2" fmla="*/ 4863 w 5687"/>
                <a:gd name="connsiteY2" fmla="*/ 21197 h 17062"/>
                <a:gd name="connsiteX3" fmla="*/ 1604 w 5687"/>
                <a:gd name="connsiteY3" fmla="*/ 18331 h 17062"/>
                <a:gd name="connsiteX4" fmla="*/ 0 w 5687"/>
                <a:gd name="connsiteY4" fmla="*/ 2133 h 17062"/>
                <a:gd name="connsiteX5" fmla="*/ 8042 w 5687"/>
                <a:gd name="connsiteY5" fmla="*/ 1177 h 1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87" h="17062">
                  <a:moveTo>
                    <a:pt x="8042" y="1177"/>
                  </a:moveTo>
                  <a:cubicBezTo>
                    <a:pt x="8099" y="6523"/>
                    <a:pt x="8156" y="11870"/>
                    <a:pt x="8213" y="17216"/>
                  </a:cubicBezTo>
                  <a:cubicBezTo>
                    <a:pt x="8406" y="19428"/>
                    <a:pt x="6689" y="21214"/>
                    <a:pt x="4863" y="21197"/>
                  </a:cubicBezTo>
                  <a:cubicBezTo>
                    <a:pt x="3390" y="21186"/>
                    <a:pt x="1974" y="20014"/>
                    <a:pt x="1604" y="18331"/>
                  </a:cubicBezTo>
                  <a:cubicBezTo>
                    <a:pt x="1069" y="12933"/>
                    <a:pt x="535" y="7536"/>
                    <a:pt x="0" y="2133"/>
                  </a:cubicBezTo>
                  <a:cubicBezTo>
                    <a:pt x="3822" y="-2025"/>
                    <a:pt x="8042" y="1177"/>
                    <a:pt x="8042" y="1177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1884ABC-27EF-C96F-F83B-F0F6B5538A8E}"/>
                </a:ext>
              </a:extLst>
            </p:cNvPr>
            <p:cNvSpPr/>
            <p:nvPr/>
          </p:nvSpPr>
          <p:spPr>
            <a:xfrm>
              <a:off x="7593714" y="3145914"/>
              <a:ext cx="5687" cy="17062"/>
            </a:xfrm>
            <a:custGeom>
              <a:avLst/>
              <a:gdLst>
                <a:gd name="connsiteX0" fmla="*/ 6865 w 5687"/>
                <a:gd name="connsiteY0" fmla="*/ 723 h 17062"/>
                <a:gd name="connsiteX1" fmla="*/ 7269 w 5687"/>
                <a:gd name="connsiteY1" fmla="*/ 15653 h 17062"/>
                <a:gd name="connsiteX2" fmla="*/ 4579 w 5687"/>
                <a:gd name="connsiteY2" fmla="*/ 18081 h 17062"/>
                <a:gd name="connsiteX3" fmla="*/ 1263 w 5687"/>
                <a:gd name="connsiteY3" fmla="*/ 16443 h 17062"/>
                <a:gd name="connsiteX4" fmla="*/ 0 w 5687"/>
                <a:gd name="connsiteY4" fmla="*/ 1565 h 17062"/>
                <a:gd name="connsiteX5" fmla="*/ 6865 w 5687"/>
                <a:gd name="connsiteY5" fmla="*/ 723 h 1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87" h="17062">
                  <a:moveTo>
                    <a:pt x="6865" y="723"/>
                  </a:moveTo>
                  <a:cubicBezTo>
                    <a:pt x="7013" y="5205"/>
                    <a:pt x="7149" y="10215"/>
                    <a:pt x="7269" y="15653"/>
                  </a:cubicBezTo>
                  <a:cubicBezTo>
                    <a:pt x="6944" y="16932"/>
                    <a:pt x="5875" y="17894"/>
                    <a:pt x="4579" y="18081"/>
                  </a:cubicBezTo>
                  <a:cubicBezTo>
                    <a:pt x="3253" y="18280"/>
                    <a:pt x="1928" y="17626"/>
                    <a:pt x="1263" y="16443"/>
                  </a:cubicBezTo>
                  <a:cubicBezTo>
                    <a:pt x="842" y="11484"/>
                    <a:pt x="421" y="6524"/>
                    <a:pt x="0" y="1565"/>
                  </a:cubicBezTo>
                  <a:cubicBezTo>
                    <a:pt x="2616" y="-716"/>
                    <a:pt x="5289" y="-45"/>
                    <a:pt x="6865" y="723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6C92D2E3-32D6-37BA-6429-E79868D59389}"/>
                </a:ext>
              </a:extLst>
            </p:cNvPr>
            <p:cNvSpPr/>
            <p:nvPr/>
          </p:nvSpPr>
          <p:spPr>
            <a:xfrm>
              <a:off x="7482911" y="3942522"/>
              <a:ext cx="22750" cy="51187"/>
            </a:xfrm>
            <a:custGeom>
              <a:avLst/>
              <a:gdLst>
                <a:gd name="connsiteX0" fmla="*/ 20640 w 22749"/>
                <a:gd name="connsiteY0" fmla="*/ 52700 h 51187"/>
                <a:gd name="connsiteX1" fmla="*/ 27829 w 22749"/>
                <a:gd name="connsiteY1" fmla="*/ 2593 h 51187"/>
                <a:gd name="connsiteX2" fmla="*/ 0 w 22749"/>
                <a:gd name="connsiteY2" fmla="*/ 0 h 51187"/>
                <a:gd name="connsiteX3" fmla="*/ 5045 w 22749"/>
                <a:gd name="connsiteY3" fmla="*/ 53923 h 51187"/>
                <a:gd name="connsiteX4" fmla="*/ 20640 w 22749"/>
                <a:gd name="connsiteY4" fmla="*/ 52700 h 5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49" h="51187">
                  <a:moveTo>
                    <a:pt x="20640" y="52700"/>
                  </a:moveTo>
                  <a:cubicBezTo>
                    <a:pt x="23034" y="36002"/>
                    <a:pt x="25434" y="19298"/>
                    <a:pt x="27829" y="2593"/>
                  </a:cubicBezTo>
                  <a:lnTo>
                    <a:pt x="0" y="0"/>
                  </a:lnTo>
                  <a:cubicBezTo>
                    <a:pt x="1678" y="17973"/>
                    <a:pt x="3361" y="35950"/>
                    <a:pt x="5045" y="53923"/>
                  </a:cubicBezTo>
                  <a:cubicBezTo>
                    <a:pt x="10243" y="53513"/>
                    <a:pt x="15441" y="53109"/>
                    <a:pt x="20640" y="52700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C18354E-9EAB-C87D-8976-4B77BB4D8776}"/>
                </a:ext>
              </a:extLst>
            </p:cNvPr>
            <p:cNvSpPr/>
            <p:nvPr/>
          </p:nvSpPr>
          <p:spPr>
            <a:xfrm>
              <a:off x="7481582" y="3988692"/>
              <a:ext cx="56874" cy="22750"/>
            </a:xfrm>
            <a:custGeom>
              <a:avLst/>
              <a:gdLst>
                <a:gd name="connsiteX0" fmla="*/ 39412 w 56874"/>
                <a:gd name="connsiteY0" fmla="*/ 23967 h 22749"/>
                <a:gd name="connsiteX1" fmla="*/ 62253 w 56874"/>
                <a:gd name="connsiteY1" fmla="*/ 24069 h 22749"/>
                <a:gd name="connsiteX2" fmla="*/ 60871 w 56874"/>
                <a:gd name="connsiteY2" fmla="*/ 22522 h 22749"/>
                <a:gd name="connsiteX3" fmla="*/ 36768 w 56874"/>
                <a:gd name="connsiteY3" fmla="*/ 7252 h 22749"/>
                <a:gd name="connsiteX4" fmla="*/ 28714 w 56874"/>
                <a:gd name="connsiteY4" fmla="*/ 2884 h 22749"/>
                <a:gd name="connsiteX5" fmla="*/ 20621 w 56874"/>
                <a:gd name="connsiteY5" fmla="*/ 205 h 22749"/>
                <a:gd name="connsiteX6" fmla="*/ 17015 w 56874"/>
                <a:gd name="connsiteY6" fmla="*/ 2576 h 22749"/>
                <a:gd name="connsiteX7" fmla="*/ 10827 w 56874"/>
                <a:gd name="connsiteY7" fmla="*/ 3339 h 22749"/>
                <a:gd name="connsiteX8" fmla="*/ 6755 w 56874"/>
                <a:gd name="connsiteY8" fmla="*/ 0 h 22749"/>
                <a:gd name="connsiteX9" fmla="*/ 715 w 56874"/>
                <a:gd name="connsiteY9" fmla="*/ 18951 h 22749"/>
                <a:gd name="connsiteX10" fmla="*/ 9599 w 56874"/>
                <a:gd name="connsiteY10" fmla="*/ 20873 h 22749"/>
                <a:gd name="connsiteX11" fmla="*/ 39412 w 56874"/>
                <a:gd name="connsiteY11" fmla="*/ 23967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874" h="22749">
                  <a:moveTo>
                    <a:pt x="39412" y="23967"/>
                  </a:moveTo>
                  <a:cubicBezTo>
                    <a:pt x="47670" y="24331"/>
                    <a:pt x="53773" y="24604"/>
                    <a:pt x="62253" y="24069"/>
                  </a:cubicBezTo>
                  <a:cubicBezTo>
                    <a:pt x="61758" y="23193"/>
                    <a:pt x="61104" y="22687"/>
                    <a:pt x="60871" y="22522"/>
                  </a:cubicBezTo>
                  <a:cubicBezTo>
                    <a:pt x="50252" y="15851"/>
                    <a:pt x="42017" y="10675"/>
                    <a:pt x="36768" y="7252"/>
                  </a:cubicBezTo>
                  <a:lnTo>
                    <a:pt x="28714" y="2884"/>
                  </a:lnTo>
                  <a:cubicBezTo>
                    <a:pt x="24790" y="711"/>
                    <a:pt x="22776" y="-466"/>
                    <a:pt x="20621" y="205"/>
                  </a:cubicBezTo>
                  <a:cubicBezTo>
                    <a:pt x="19080" y="682"/>
                    <a:pt x="19233" y="1547"/>
                    <a:pt x="17015" y="2576"/>
                  </a:cubicBezTo>
                  <a:cubicBezTo>
                    <a:pt x="15969" y="3060"/>
                    <a:pt x="13523" y="4198"/>
                    <a:pt x="10827" y="3339"/>
                  </a:cubicBezTo>
                  <a:cubicBezTo>
                    <a:pt x="8490" y="2599"/>
                    <a:pt x="7210" y="751"/>
                    <a:pt x="6755" y="0"/>
                  </a:cubicBezTo>
                  <a:cubicBezTo>
                    <a:pt x="6755" y="0"/>
                    <a:pt x="-2612" y="4687"/>
                    <a:pt x="715" y="18951"/>
                  </a:cubicBezTo>
                  <a:cubicBezTo>
                    <a:pt x="2859" y="19474"/>
                    <a:pt x="5913" y="20179"/>
                    <a:pt x="9599" y="20873"/>
                  </a:cubicBezTo>
                  <a:cubicBezTo>
                    <a:pt x="21525" y="23137"/>
                    <a:pt x="30773" y="23580"/>
                    <a:pt x="39412" y="23967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C0157A4-7A35-2D85-F5EE-EAA19059CF8E}"/>
                </a:ext>
              </a:extLst>
            </p:cNvPr>
            <p:cNvSpPr/>
            <p:nvPr/>
          </p:nvSpPr>
          <p:spPr>
            <a:xfrm>
              <a:off x="7480933" y="4007643"/>
              <a:ext cx="62562" cy="5687"/>
            </a:xfrm>
            <a:custGeom>
              <a:avLst/>
              <a:gdLst>
                <a:gd name="connsiteX0" fmla="*/ 62902 w 62561"/>
                <a:gd name="connsiteY0" fmla="*/ 5118 h 5687"/>
                <a:gd name="connsiteX1" fmla="*/ 40061 w 62561"/>
                <a:gd name="connsiteY1" fmla="*/ 5016 h 5687"/>
                <a:gd name="connsiteX2" fmla="*/ 10247 w 62561"/>
                <a:gd name="connsiteY2" fmla="*/ 1922 h 5687"/>
                <a:gd name="connsiteX3" fmla="*/ 1364 w 62561"/>
                <a:gd name="connsiteY3" fmla="*/ 0 h 5687"/>
                <a:gd name="connsiteX4" fmla="*/ 3246 w 62561"/>
                <a:gd name="connsiteY4" fmla="*/ 8212 h 5687"/>
                <a:gd name="connsiteX5" fmla="*/ 62902 w 62561"/>
                <a:gd name="connsiteY5" fmla="*/ 9771 h 5687"/>
                <a:gd name="connsiteX6" fmla="*/ 63368 w 62561"/>
                <a:gd name="connsiteY6" fmla="*/ 6250 h 5687"/>
                <a:gd name="connsiteX7" fmla="*/ 62902 w 62561"/>
                <a:gd name="connsiteY7" fmla="*/ 5118 h 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561" h="5687">
                  <a:moveTo>
                    <a:pt x="62902" y="5118"/>
                  </a:moveTo>
                  <a:cubicBezTo>
                    <a:pt x="54422" y="5653"/>
                    <a:pt x="48319" y="5380"/>
                    <a:pt x="40061" y="5016"/>
                  </a:cubicBezTo>
                  <a:cubicBezTo>
                    <a:pt x="31422" y="4629"/>
                    <a:pt x="22174" y="4186"/>
                    <a:pt x="10247" y="1922"/>
                  </a:cubicBezTo>
                  <a:cubicBezTo>
                    <a:pt x="6562" y="1229"/>
                    <a:pt x="3508" y="523"/>
                    <a:pt x="1364" y="0"/>
                  </a:cubicBezTo>
                  <a:cubicBezTo>
                    <a:pt x="1364" y="0"/>
                    <a:pt x="-2720" y="4362"/>
                    <a:pt x="3246" y="8212"/>
                  </a:cubicBezTo>
                  <a:lnTo>
                    <a:pt x="62902" y="9771"/>
                  </a:lnTo>
                  <a:cubicBezTo>
                    <a:pt x="63067" y="9469"/>
                    <a:pt x="63829" y="8042"/>
                    <a:pt x="63368" y="6250"/>
                  </a:cubicBezTo>
                  <a:lnTo>
                    <a:pt x="62902" y="5118"/>
                  </a:ln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FD1FBFD-9805-2800-A152-FE796FBB827B}"/>
                </a:ext>
              </a:extLst>
            </p:cNvPr>
            <p:cNvSpPr/>
            <p:nvPr/>
          </p:nvSpPr>
          <p:spPr>
            <a:xfrm>
              <a:off x="7368599" y="3483175"/>
              <a:ext cx="159248" cy="483433"/>
            </a:xfrm>
            <a:custGeom>
              <a:avLst/>
              <a:gdLst>
                <a:gd name="connsiteX0" fmla="*/ 0 w 159248"/>
                <a:gd name="connsiteY0" fmla="*/ 0 h 483432"/>
                <a:gd name="connsiteX1" fmla="*/ 134360 w 159248"/>
                <a:gd name="connsiteY1" fmla="*/ 8019 h 483432"/>
                <a:gd name="connsiteX2" fmla="*/ 160432 w 159248"/>
                <a:gd name="connsiteY2" fmla="*/ 214576 h 483432"/>
                <a:gd name="connsiteX3" fmla="*/ 144387 w 159248"/>
                <a:gd name="connsiteY3" fmla="*/ 487306 h 483432"/>
                <a:gd name="connsiteX4" fmla="*/ 111298 w 159248"/>
                <a:gd name="connsiteY4" fmla="*/ 487306 h 483432"/>
                <a:gd name="connsiteX5" fmla="*/ 52142 w 159248"/>
                <a:gd name="connsiteY5" fmla="*/ 215577 h 483432"/>
                <a:gd name="connsiteX6" fmla="*/ 0 w 159248"/>
                <a:gd name="connsiteY6" fmla="*/ 0 h 483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9248" h="483432">
                  <a:moveTo>
                    <a:pt x="0" y="0"/>
                  </a:moveTo>
                  <a:cubicBezTo>
                    <a:pt x="44789" y="2673"/>
                    <a:pt x="89577" y="5346"/>
                    <a:pt x="134360" y="8019"/>
                  </a:cubicBezTo>
                  <a:cubicBezTo>
                    <a:pt x="146668" y="67180"/>
                    <a:pt x="156854" y="136624"/>
                    <a:pt x="160432" y="214576"/>
                  </a:cubicBezTo>
                  <a:cubicBezTo>
                    <a:pt x="165283" y="320289"/>
                    <a:pt x="156649" y="412766"/>
                    <a:pt x="144387" y="487306"/>
                  </a:cubicBezTo>
                  <a:lnTo>
                    <a:pt x="111298" y="487306"/>
                  </a:lnTo>
                  <a:cubicBezTo>
                    <a:pt x="93126" y="398377"/>
                    <a:pt x="73448" y="307765"/>
                    <a:pt x="52142" y="215577"/>
                  </a:cubicBezTo>
                  <a:cubicBezTo>
                    <a:pt x="35217" y="142351"/>
                    <a:pt x="17807" y="70485"/>
                    <a:pt x="0" y="0"/>
                  </a:cubicBez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1566BC93-F953-CBE3-9466-76F75E7D08EA}"/>
                </a:ext>
              </a:extLst>
            </p:cNvPr>
            <p:cNvSpPr/>
            <p:nvPr/>
          </p:nvSpPr>
          <p:spPr>
            <a:xfrm>
              <a:off x="7356570" y="3944523"/>
              <a:ext cx="22750" cy="51187"/>
            </a:xfrm>
            <a:custGeom>
              <a:avLst/>
              <a:gdLst>
                <a:gd name="connsiteX0" fmla="*/ 20640 w 22749"/>
                <a:gd name="connsiteY0" fmla="*/ 52706 h 51187"/>
                <a:gd name="connsiteX1" fmla="*/ 27834 w 22749"/>
                <a:gd name="connsiteY1" fmla="*/ 2599 h 51187"/>
                <a:gd name="connsiteX2" fmla="*/ 0 w 22749"/>
                <a:gd name="connsiteY2" fmla="*/ 0 h 51187"/>
                <a:gd name="connsiteX3" fmla="*/ 5045 w 22749"/>
                <a:gd name="connsiteY3" fmla="*/ 53928 h 51187"/>
                <a:gd name="connsiteX4" fmla="*/ 20640 w 22749"/>
                <a:gd name="connsiteY4" fmla="*/ 52706 h 51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749" h="51187">
                  <a:moveTo>
                    <a:pt x="20640" y="52706"/>
                  </a:moveTo>
                  <a:cubicBezTo>
                    <a:pt x="23034" y="36002"/>
                    <a:pt x="25434" y="19303"/>
                    <a:pt x="27834" y="2599"/>
                  </a:cubicBezTo>
                  <a:lnTo>
                    <a:pt x="0" y="0"/>
                  </a:lnTo>
                  <a:cubicBezTo>
                    <a:pt x="1683" y="17978"/>
                    <a:pt x="3367" y="35951"/>
                    <a:pt x="5045" y="53928"/>
                  </a:cubicBezTo>
                  <a:cubicBezTo>
                    <a:pt x="10243" y="53519"/>
                    <a:pt x="15441" y="53109"/>
                    <a:pt x="20640" y="52706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7D9CCFF-6240-27E1-6C22-D6F62F7180D7}"/>
                </a:ext>
              </a:extLst>
            </p:cNvPr>
            <p:cNvSpPr/>
            <p:nvPr/>
          </p:nvSpPr>
          <p:spPr>
            <a:xfrm>
              <a:off x="7355241" y="3990694"/>
              <a:ext cx="56874" cy="22750"/>
            </a:xfrm>
            <a:custGeom>
              <a:avLst/>
              <a:gdLst>
                <a:gd name="connsiteX0" fmla="*/ 39418 w 56874"/>
                <a:gd name="connsiteY0" fmla="*/ 23967 h 22749"/>
                <a:gd name="connsiteX1" fmla="*/ 62259 w 56874"/>
                <a:gd name="connsiteY1" fmla="*/ 24075 h 22749"/>
                <a:gd name="connsiteX2" fmla="*/ 60871 w 56874"/>
                <a:gd name="connsiteY2" fmla="*/ 22522 h 22749"/>
                <a:gd name="connsiteX3" fmla="*/ 36767 w 56874"/>
                <a:gd name="connsiteY3" fmla="*/ 7257 h 22749"/>
                <a:gd name="connsiteX4" fmla="*/ 28720 w 56874"/>
                <a:gd name="connsiteY4" fmla="*/ 2883 h 22749"/>
                <a:gd name="connsiteX5" fmla="*/ 20621 w 56874"/>
                <a:gd name="connsiteY5" fmla="*/ 210 h 22749"/>
                <a:gd name="connsiteX6" fmla="*/ 17015 w 56874"/>
                <a:gd name="connsiteY6" fmla="*/ 2582 h 22749"/>
                <a:gd name="connsiteX7" fmla="*/ 10833 w 56874"/>
                <a:gd name="connsiteY7" fmla="*/ 3344 h 22749"/>
                <a:gd name="connsiteX8" fmla="*/ 6755 w 56874"/>
                <a:gd name="connsiteY8" fmla="*/ 0 h 22749"/>
                <a:gd name="connsiteX9" fmla="*/ 715 w 56874"/>
                <a:gd name="connsiteY9" fmla="*/ 18950 h 22749"/>
                <a:gd name="connsiteX10" fmla="*/ 9604 w 56874"/>
                <a:gd name="connsiteY10" fmla="*/ 20878 h 22749"/>
                <a:gd name="connsiteX11" fmla="*/ 39418 w 56874"/>
                <a:gd name="connsiteY11" fmla="*/ 23967 h 2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874" h="22749">
                  <a:moveTo>
                    <a:pt x="39418" y="23967"/>
                  </a:moveTo>
                  <a:cubicBezTo>
                    <a:pt x="47676" y="24337"/>
                    <a:pt x="53773" y="24604"/>
                    <a:pt x="62259" y="24075"/>
                  </a:cubicBezTo>
                  <a:cubicBezTo>
                    <a:pt x="61758" y="23199"/>
                    <a:pt x="61104" y="22687"/>
                    <a:pt x="60871" y="22522"/>
                  </a:cubicBezTo>
                  <a:cubicBezTo>
                    <a:pt x="50252" y="15851"/>
                    <a:pt x="42017" y="10681"/>
                    <a:pt x="36767" y="7257"/>
                  </a:cubicBezTo>
                  <a:lnTo>
                    <a:pt x="28720" y="2883"/>
                  </a:lnTo>
                  <a:cubicBezTo>
                    <a:pt x="24790" y="711"/>
                    <a:pt x="22782" y="-461"/>
                    <a:pt x="20621" y="210"/>
                  </a:cubicBezTo>
                  <a:cubicBezTo>
                    <a:pt x="19080" y="688"/>
                    <a:pt x="19233" y="1547"/>
                    <a:pt x="17015" y="2582"/>
                  </a:cubicBezTo>
                  <a:cubicBezTo>
                    <a:pt x="15969" y="3066"/>
                    <a:pt x="13529" y="4197"/>
                    <a:pt x="10833" y="3344"/>
                  </a:cubicBezTo>
                  <a:cubicBezTo>
                    <a:pt x="8490" y="2599"/>
                    <a:pt x="7216" y="751"/>
                    <a:pt x="6755" y="0"/>
                  </a:cubicBezTo>
                  <a:cubicBezTo>
                    <a:pt x="6755" y="0"/>
                    <a:pt x="-2612" y="4686"/>
                    <a:pt x="715" y="18950"/>
                  </a:cubicBezTo>
                  <a:cubicBezTo>
                    <a:pt x="2859" y="19479"/>
                    <a:pt x="5913" y="20179"/>
                    <a:pt x="9604" y="20878"/>
                  </a:cubicBezTo>
                  <a:cubicBezTo>
                    <a:pt x="21531" y="23136"/>
                    <a:pt x="30773" y="23586"/>
                    <a:pt x="39418" y="23967"/>
                  </a:cubicBez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D718FD6-2145-0D49-76A5-D70325AE8D2B}"/>
                </a:ext>
              </a:extLst>
            </p:cNvPr>
            <p:cNvSpPr/>
            <p:nvPr/>
          </p:nvSpPr>
          <p:spPr>
            <a:xfrm>
              <a:off x="7354596" y="4009645"/>
              <a:ext cx="62562" cy="5687"/>
            </a:xfrm>
            <a:custGeom>
              <a:avLst/>
              <a:gdLst>
                <a:gd name="connsiteX0" fmla="*/ 62904 w 62561"/>
                <a:gd name="connsiteY0" fmla="*/ 5124 h 5687"/>
                <a:gd name="connsiteX1" fmla="*/ 40063 w 62561"/>
                <a:gd name="connsiteY1" fmla="*/ 5016 h 5687"/>
                <a:gd name="connsiteX2" fmla="*/ 10250 w 62561"/>
                <a:gd name="connsiteY2" fmla="*/ 1928 h 5687"/>
                <a:gd name="connsiteX3" fmla="*/ 1360 w 62561"/>
                <a:gd name="connsiteY3" fmla="*/ 0 h 5687"/>
                <a:gd name="connsiteX4" fmla="*/ 3248 w 62561"/>
                <a:gd name="connsiteY4" fmla="*/ 8218 h 5687"/>
                <a:gd name="connsiteX5" fmla="*/ 62898 w 62561"/>
                <a:gd name="connsiteY5" fmla="*/ 9777 h 5687"/>
                <a:gd name="connsiteX6" fmla="*/ 63370 w 62561"/>
                <a:gd name="connsiteY6" fmla="*/ 6250 h 5687"/>
                <a:gd name="connsiteX7" fmla="*/ 62904 w 62561"/>
                <a:gd name="connsiteY7" fmla="*/ 5124 h 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2561" h="5687">
                  <a:moveTo>
                    <a:pt x="62904" y="5124"/>
                  </a:moveTo>
                  <a:cubicBezTo>
                    <a:pt x="54418" y="5653"/>
                    <a:pt x="48321" y="5386"/>
                    <a:pt x="40063" y="5016"/>
                  </a:cubicBezTo>
                  <a:cubicBezTo>
                    <a:pt x="31418" y="4635"/>
                    <a:pt x="22176" y="4186"/>
                    <a:pt x="10250" y="1928"/>
                  </a:cubicBezTo>
                  <a:cubicBezTo>
                    <a:pt x="6558" y="1229"/>
                    <a:pt x="3504" y="529"/>
                    <a:pt x="1360" y="0"/>
                  </a:cubicBezTo>
                  <a:cubicBezTo>
                    <a:pt x="1360" y="0"/>
                    <a:pt x="-2718" y="4362"/>
                    <a:pt x="3248" y="8218"/>
                  </a:cubicBezTo>
                  <a:lnTo>
                    <a:pt x="62898" y="9777"/>
                  </a:lnTo>
                  <a:cubicBezTo>
                    <a:pt x="63069" y="9475"/>
                    <a:pt x="63831" y="8042"/>
                    <a:pt x="63370" y="6250"/>
                  </a:cubicBezTo>
                  <a:lnTo>
                    <a:pt x="62904" y="5124"/>
                  </a:lnTo>
                  <a:close/>
                </a:path>
              </a:pathLst>
            </a:custGeom>
            <a:solidFill>
              <a:srgbClr val="000000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FD534050-E884-CC23-9573-1C237F2192D1}"/>
                </a:ext>
              </a:extLst>
            </p:cNvPr>
            <p:cNvSpPr/>
            <p:nvPr/>
          </p:nvSpPr>
          <p:spPr>
            <a:xfrm>
              <a:off x="7348924" y="3468308"/>
              <a:ext cx="153561" cy="511870"/>
            </a:xfrm>
            <a:custGeom>
              <a:avLst/>
              <a:gdLst>
                <a:gd name="connsiteX0" fmla="*/ 13424 w 153561"/>
                <a:gd name="connsiteY0" fmla="*/ 27203 h 511870"/>
                <a:gd name="connsiteX1" fmla="*/ 26363 w 153561"/>
                <a:gd name="connsiteY1" fmla="*/ 5471 h 511870"/>
                <a:gd name="connsiteX2" fmla="*/ 154086 w 153561"/>
                <a:gd name="connsiteY2" fmla="*/ 0 h 511870"/>
                <a:gd name="connsiteX3" fmla="*/ 97166 w 153561"/>
                <a:gd name="connsiteY3" fmla="*/ 294899 h 511870"/>
                <a:gd name="connsiteX4" fmla="*/ 39433 w 153561"/>
                <a:gd name="connsiteY4" fmla="*/ 512063 h 511870"/>
                <a:gd name="connsiteX5" fmla="*/ 6213 w 153561"/>
                <a:gd name="connsiteY5" fmla="*/ 507820 h 511870"/>
                <a:gd name="connsiteX6" fmla="*/ 3881 w 153561"/>
                <a:gd name="connsiteY6" fmla="*/ 374444 h 511870"/>
                <a:gd name="connsiteX7" fmla="*/ 269 w 153561"/>
                <a:gd name="connsiteY7" fmla="*/ 278252 h 511870"/>
                <a:gd name="connsiteX8" fmla="*/ 7566 w 153561"/>
                <a:gd name="connsiteY8" fmla="*/ 57568 h 511870"/>
                <a:gd name="connsiteX9" fmla="*/ 8186 w 153561"/>
                <a:gd name="connsiteY9" fmla="*/ 50146 h 511870"/>
                <a:gd name="connsiteX10" fmla="*/ 13424 w 153561"/>
                <a:gd name="connsiteY10" fmla="*/ 27203 h 511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3561" h="511870">
                  <a:moveTo>
                    <a:pt x="13424" y="27203"/>
                  </a:moveTo>
                  <a:cubicBezTo>
                    <a:pt x="15489" y="21834"/>
                    <a:pt x="19282" y="13866"/>
                    <a:pt x="26363" y="5471"/>
                  </a:cubicBezTo>
                  <a:cubicBezTo>
                    <a:pt x="68940" y="3646"/>
                    <a:pt x="111510" y="1826"/>
                    <a:pt x="154086" y="0"/>
                  </a:cubicBezTo>
                  <a:cubicBezTo>
                    <a:pt x="139976" y="92682"/>
                    <a:pt x="121446" y="191342"/>
                    <a:pt x="97166" y="294899"/>
                  </a:cubicBezTo>
                  <a:cubicBezTo>
                    <a:pt x="79274" y="371248"/>
                    <a:pt x="59800" y="443689"/>
                    <a:pt x="39433" y="512063"/>
                  </a:cubicBezTo>
                  <a:cubicBezTo>
                    <a:pt x="28360" y="510647"/>
                    <a:pt x="17286" y="509237"/>
                    <a:pt x="6213" y="507820"/>
                  </a:cubicBezTo>
                  <a:cubicBezTo>
                    <a:pt x="5957" y="464175"/>
                    <a:pt x="5195" y="419705"/>
                    <a:pt x="3881" y="374444"/>
                  </a:cubicBezTo>
                  <a:cubicBezTo>
                    <a:pt x="2931" y="341946"/>
                    <a:pt x="1725" y="309880"/>
                    <a:pt x="269" y="278252"/>
                  </a:cubicBezTo>
                  <a:cubicBezTo>
                    <a:pt x="269" y="278252"/>
                    <a:pt x="-2159" y="233566"/>
                    <a:pt x="7566" y="57568"/>
                  </a:cubicBezTo>
                  <a:cubicBezTo>
                    <a:pt x="7663" y="55913"/>
                    <a:pt x="7811" y="53371"/>
                    <a:pt x="8186" y="50146"/>
                  </a:cubicBezTo>
                  <a:cubicBezTo>
                    <a:pt x="8801" y="44908"/>
                    <a:pt x="9841" y="36513"/>
                    <a:pt x="13424" y="27203"/>
                  </a:cubicBezTo>
                  <a:close/>
                </a:path>
              </a:pathLst>
            </a:custGeom>
            <a:solidFill>
              <a:schemeClr val="accent3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55CD043F-5C27-D30F-9888-2A405261B2C9}"/>
                </a:ext>
              </a:extLst>
            </p:cNvPr>
            <p:cNvSpPr/>
            <p:nvPr/>
          </p:nvSpPr>
          <p:spPr>
            <a:xfrm>
              <a:off x="7479203" y="3186359"/>
              <a:ext cx="125124" cy="204748"/>
            </a:xfrm>
            <a:custGeom>
              <a:avLst/>
              <a:gdLst>
                <a:gd name="connsiteX0" fmla="*/ 90453 w 125123"/>
                <a:gd name="connsiteY0" fmla="*/ 0 h 204748"/>
                <a:gd name="connsiteX1" fmla="*/ 65389 w 125123"/>
                <a:gd name="connsiteY1" fmla="*/ 72196 h 204748"/>
                <a:gd name="connsiteX2" fmla="*/ 0 w 125123"/>
                <a:gd name="connsiteY2" fmla="*/ 132250 h 204748"/>
                <a:gd name="connsiteX3" fmla="*/ 7229 w 125123"/>
                <a:gd name="connsiteY3" fmla="*/ 170458 h 204748"/>
                <a:gd name="connsiteX4" fmla="*/ 18257 w 125123"/>
                <a:gd name="connsiteY4" fmla="*/ 208564 h 204748"/>
                <a:gd name="connsiteX5" fmla="*/ 82434 w 125123"/>
                <a:gd name="connsiteY5" fmla="*/ 159430 h 204748"/>
                <a:gd name="connsiteX6" fmla="*/ 123042 w 125123"/>
                <a:gd name="connsiteY6" fmla="*/ 1007 h 204748"/>
                <a:gd name="connsiteX7" fmla="*/ 90453 w 125123"/>
                <a:gd name="connsiteY7" fmla="*/ 0 h 204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123" h="204748">
                  <a:moveTo>
                    <a:pt x="90453" y="0"/>
                  </a:moveTo>
                  <a:cubicBezTo>
                    <a:pt x="88804" y="15254"/>
                    <a:pt x="83725" y="43099"/>
                    <a:pt x="65389" y="72196"/>
                  </a:cubicBezTo>
                  <a:cubicBezTo>
                    <a:pt x="43253" y="107317"/>
                    <a:pt x="13946" y="124987"/>
                    <a:pt x="0" y="132250"/>
                  </a:cubicBezTo>
                  <a:cubicBezTo>
                    <a:pt x="1661" y="144035"/>
                    <a:pt x="3987" y="156848"/>
                    <a:pt x="7229" y="170458"/>
                  </a:cubicBezTo>
                  <a:cubicBezTo>
                    <a:pt x="10545" y="184370"/>
                    <a:pt x="14338" y="197099"/>
                    <a:pt x="18257" y="208564"/>
                  </a:cubicBezTo>
                  <a:cubicBezTo>
                    <a:pt x="35740" y="200374"/>
                    <a:pt x="60714" y="185581"/>
                    <a:pt x="82434" y="159430"/>
                  </a:cubicBezTo>
                  <a:cubicBezTo>
                    <a:pt x="135475" y="95566"/>
                    <a:pt x="125363" y="16624"/>
                    <a:pt x="123042" y="1007"/>
                  </a:cubicBezTo>
                  <a:cubicBezTo>
                    <a:pt x="112179" y="671"/>
                    <a:pt x="101316" y="336"/>
                    <a:pt x="90453" y="0"/>
                  </a:cubicBez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017DF00-7582-42A0-3C99-1D9DEEA8313A}"/>
                </a:ext>
              </a:extLst>
            </p:cNvPr>
            <p:cNvSpPr/>
            <p:nvPr/>
          </p:nvSpPr>
          <p:spPr>
            <a:xfrm>
              <a:off x="7363264" y="3314002"/>
              <a:ext cx="142186" cy="176311"/>
            </a:xfrm>
            <a:custGeom>
              <a:avLst/>
              <a:gdLst>
                <a:gd name="connsiteX0" fmla="*/ 118424 w 142186"/>
                <a:gd name="connsiteY0" fmla="*/ 5107 h 176310"/>
                <a:gd name="connsiteX1" fmla="*/ 100145 w 142186"/>
                <a:gd name="connsiteY1" fmla="*/ 3475 h 176310"/>
                <a:gd name="connsiteX2" fmla="*/ 75745 w 142186"/>
                <a:gd name="connsiteY2" fmla="*/ 4977 h 176310"/>
                <a:gd name="connsiteX3" fmla="*/ 57545 w 142186"/>
                <a:gd name="connsiteY3" fmla="*/ 0 h 176310"/>
                <a:gd name="connsiteX4" fmla="*/ 32020 w 142186"/>
                <a:gd name="connsiteY4" fmla="*/ 7223 h 176310"/>
                <a:gd name="connsiteX5" fmla="*/ 18945 w 142186"/>
                <a:gd name="connsiteY5" fmla="*/ 61686 h 176310"/>
                <a:gd name="connsiteX6" fmla="*/ 17267 w 142186"/>
                <a:gd name="connsiteY6" fmla="*/ 70678 h 176310"/>
                <a:gd name="connsiteX7" fmla="*/ 8730 w 142186"/>
                <a:gd name="connsiteY7" fmla="*/ 123167 h 176310"/>
                <a:gd name="connsiteX8" fmla="*/ 0 w 142186"/>
                <a:gd name="connsiteY8" fmla="*/ 177193 h 176310"/>
                <a:gd name="connsiteX9" fmla="*/ 59661 w 142186"/>
                <a:gd name="connsiteY9" fmla="*/ 179701 h 176310"/>
                <a:gd name="connsiteX10" fmla="*/ 142385 w 142186"/>
                <a:gd name="connsiteY10" fmla="*/ 177699 h 176310"/>
                <a:gd name="connsiteX11" fmla="*/ 143028 w 142186"/>
                <a:gd name="connsiteY11" fmla="*/ 151684 h 176310"/>
                <a:gd name="connsiteX12" fmla="*/ 141720 w 142186"/>
                <a:gd name="connsiteY12" fmla="*/ 123776 h 176310"/>
                <a:gd name="connsiteX13" fmla="*/ 120824 w 142186"/>
                <a:gd name="connsiteY13" fmla="*/ 13758 h 176310"/>
                <a:gd name="connsiteX14" fmla="*/ 118424 w 142186"/>
                <a:gd name="connsiteY14" fmla="*/ 5107 h 1763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2186" h="176310">
                  <a:moveTo>
                    <a:pt x="118424" y="5107"/>
                  </a:moveTo>
                  <a:cubicBezTo>
                    <a:pt x="111940" y="3242"/>
                    <a:pt x="105394" y="3122"/>
                    <a:pt x="100145" y="3475"/>
                  </a:cubicBezTo>
                  <a:cubicBezTo>
                    <a:pt x="92011" y="3981"/>
                    <a:pt x="83878" y="4476"/>
                    <a:pt x="75745" y="4977"/>
                  </a:cubicBezTo>
                  <a:cubicBezTo>
                    <a:pt x="67385" y="4442"/>
                    <a:pt x="61009" y="1775"/>
                    <a:pt x="57545" y="0"/>
                  </a:cubicBezTo>
                  <a:cubicBezTo>
                    <a:pt x="49037" y="2412"/>
                    <a:pt x="40529" y="4812"/>
                    <a:pt x="32020" y="7223"/>
                  </a:cubicBezTo>
                  <a:cubicBezTo>
                    <a:pt x="27664" y="25372"/>
                    <a:pt x="23301" y="43526"/>
                    <a:pt x="18945" y="61686"/>
                  </a:cubicBezTo>
                  <a:lnTo>
                    <a:pt x="17267" y="70678"/>
                  </a:lnTo>
                  <a:cubicBezTo>
                    <a:pt x="14412" y="88178"/>
                    <a:pt x="11568" y="105673"/>
                    <a:pt x="8730" y="123167"/>
                  </a:cubicBezTo>
                  <a:cubicBezTo>
                    <a:pt x="5813" y="141168"/>
                    <a:pt x="2900" y="159175"/>
                    <a:pt x="0" y="177193"/>
                  </a:cubicBezTo>
                  <a:cubicBezTo>
                    <a:pt x="18985" y="178518"/>
                    <a:pt x="38896" y="179405"/>
                    <a:pt x="59661" y="179701"/>
                  </a:cubicBezTo>
                  <a:cubicBezTo>
                    <a:pt x="88900" y="180116"/>
                    <a:pt x="116536" y="179319"/>
                    <a:pt x="142385" y="177699"/>
                  </a:cubicBezTo>
                  <a:cubicBezTo>
                    <a:pt x="142783" y="170936"/>
                    <a:pt x="143130" y="162075"/>
                    <a:pt x="143028" y="151684"/>
                  </a:cubicBezTo>
                  <a:cubicBezTo>
                    <a:pt x="142994" y="148420"/>
                    <a:pt x="142726" y="137614"/>
                    <a:pt x="141720" y="123776"/>
                  </a:cubicBezTo>
                  <a:cubicBezTo>
                    <a:pt x="138501" y="79363"/>
                    <a:pt x="127012" y="36474"/>
                    <a:pt x="120824" y="13758"/>
                  </a:cubicBezTo>
                  <a:cubicBezTo>
                    <a:pt x="119806" y="9999"/>
                    <a:pt x="118947" y="6956"/>
                    <a:pt x="118424" y="5107"/>
                  </a:cubicBez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524D418F-DE40-92B1-EB46-151318C65916}"/>
                </a:ext>
              </a:extLst>
            </p:cNvPr>
            <p:cNvSpPr/>
            <p:nvPr/>
          </p:nvSpPr>
          <p:spPr>
            <a:xfrm>
              <a:off x="7301275" y="3314090"/>
              <a:ext cx="119436" cy="204748"/>
            </a:xfrm>
            <a:custGeom>
              <a:avLst/>
              <a:gdLst>
                <a:gd name="connsiteX0" fmla="*/ 120093 w 119436"/>
                <a:gd name="connsiteY0" fmla="*/ 117 h 204748"/>
                <a:gd name="connsiteX1" fmla="*/ 100346 w 119436"/>
                <a:gd name="connsiteY1" fmla="*/ 1390 h 204748"/>
                <a:gd name="connsiteX2" fmla="*/ 14864 w 119436"/>
                <a:gd name="connsiteY2" fmla="*/ 79843 h 204748"/>
                <a:gd name="connsiteX3" fmla="*/ 10922 w 119436"/>
                <a:gd name="connsiteY3" fmla="*/ 178355 h 204748"/>
                <a:gd name="connsiteX4" fmla="*/ 42510 w 119436"/>
                <a:gd name="connsiteY4" fmla="*/ 205428 h 204748"/>
                <a:gd name="connsiteX5" fmla="*/ 53038 w 119436"/>
                <a:gd name="connsiteY5" fmla="*/ 184373 h 204748"/>
                <a:gd name="connsiteX6" fmla="*/ 51963 w 119436"/>
                <a:gd name="connsiteY6" fmla="*/ 145021 h 204748"/>
                <a:gd name="connsiteX7" fmla="*/ 78034 w 119436"/>
                <a:gd name="connsiteY7" fmla="*/ 105914 h 204748"/>
                <a:gd name="connsiteX8" fmla="*/ 120093 w 119436"/>
                <a:gd name="connsiteY8" fmla="*/ 117 h 2047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9436" h="204748">
                  <a:moveTo>
                    <a:pt x="120093" y="117"/>
                  </a:moveTo>
                  <a:cubicBezTo>
                    <a:pt x="115440" y="-122"/>
                    <a:pt x="108496" y="-122"/>
                    <a:pt x="100346" y="1390"/>
                  </a:cubicBezTo>
                  <a:cubicBezTo>
                    <a:pt x="45724" y="11463"/>
                    <a:pt x="18725" y="70954"/>
                    <a:pt x="14864" y="79843"/>
                  </a:cubicBezTo>
                  <a:cubicBezTo>
                    <a:pt x="7481" y="96860"/>
                    <a:pt x="-12226" y="142252"/>
                    <a:pt x="10922" y="178355"/>
                  </a:cubicBezTo>
                  <a:cubicBezTo>
                    <a:pt x="20409" y="193148"/>
                    <a:pt x="33774" y="201224"/>
                    <a:pt x="42510" y="205428"/>
                  </a:cubicBezTo>
                  <a:cubicBezTo>
                    <a:pt x="46019" y="198409"/>
                    <a:pt x="49529" y="191391"/>
                    <a:pt x="53038" y="184373"/>
                  </a:cubicBezTo>
                  <a:cubicBezTo>
                    <a:pt x="51036" y="177980"/>
                    <a:pt x="47316" y="163022"/>
                    <a:pt x="51963" y="145021"/>
                  </a:cubicBezTo>
                  <a:cubicBezTo>
                    <a:pt x="57804" y="122414"/>
                    <a:pt x="73035" y="109742"/>
                    <a:pt x="78034" y="105914"/>
                  </a:cubicBezTo>
                  <a:cubicBezTo>
                    <a:pt x="92054" y="70647"/>
                    <a:pt x="106073" y="35379"/>
                    <a:pt x="120093" y="117"/>
                  </a:cubicBezTo>
                  <a:close/>
                </a:path>
              </a:pathLst>
            </a:custGeom>
            <a:solidFill>
              <a:srgbClr val="7F7F7F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C111974-215B-51CA-B234-C77A6F1B7682}"/>
                </a:ext>
              </a:extLst>
            </p:cNvPr>
            <p:cNvSpPr/>
            <p:nvPr/>
          </p:nvSpPr>
          <p:spPr>
            <a:xfrm>
              <a:off x="7419706" y="3284821"/>
              <a:ext cx="39812" cy="34125"/>
            </a:xfrm>
            <a:custGeom>
              <a:avLst/>
              <a:gdLst>
                <a:gd name="connsiteX0" fmla="*/ 4817 w 39812"/>
                <a:gd name="connsiteY0" fmla="*/ 567 h 34124"/>
                <a:gd name="connsiteX1" fmla="*/ 27800 w 39812"/>
                <a:gd name="connsiteY1" fmla="*/ 2200 h 34124"/>
                <a:gd name="connsiteX2" fmla="*/ 43265 w 39812"/>
                <a:gd name="connsiteY2" fmla="*/ 9718 h 34124"/>
                <a:gd name="connsiteX3" fmla="*/ 43304 w 39812"/>
                <a:gd name="connsiteY3" fmla="*/ 34004 h 34124"/>
                <a:gd name="connsiteX4" fmla="*/ 19036 w 39812"/>
                <a:gd name="connsiteY4" fmla="*/ 37831 h 34124"/>
                <a:gd name="connsiteX5" fmla="*/ 0 w 39812"/>
                <a:gd name="connsiteY5" fmla="*/ 31843 h 34124"/>
                <a:gd name="connsiteX6" fmla="*/ 4817 w 39812"/>
                <a:gd name="connsiteY6" fmla="*/ 567 h 3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9812" h="34124">
                  <a:moveTo>
                    <a:pt x="4817" y="567"/>
                  </a:moveTo>
                  <a:cubicBezTo>
                    <a:pt x="9657" y="-138"/>
                    <a:pt x="18058" y="-701"/>
                    <a:pt x="27800" y="2200"/>
                  </a:cubicBezTo>
                  <a:cubicBezTo>
                    <a:pt x="34637" y="4236"/>
                    <a:pt x="39824" y="7290"/>
                    <a:pt x="43265" y="9718"/>
                  </a:cubicBezTo>
                  <a:cubicBezTo>
                    <a:pt x="43282" y="17812"/>
                    <a:pt x="43293" y="25905"/>
                    <a:pt x="43304" y="34004"/>
                  </a:cubicBezTo>
                  <a:cubicBezTo>
                    <a:pt x="39101" y="35818"/>
                    <a:pt x="30303" y="38952"/>
                    <a:pt x="19036" y="37831"/>
                  </a:cubicBezTo>
                  <a:cubicBezTo>
                    <a:pt x="10334" y="36984"/>
                    <a:pt x="3765" y="33947"/>
                    <a:pt x="0" y="31843"/>
                  </a:cubicBezTo>
                  <a:cubicBezTo>
                    <a:pt x="1604" y="21417"/>
                    <a:pt x="3213" y="10992"/>
                    <a:pt x="4817" y="567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4D312500-69F9-B24D-0FAC-DDBA775AA4AE}"/>
                </a:ext>
              </a:extLst>
            </p:cNvPr>
            <p:cNvSpPr/>
            <p:nvPr/>
          </p:nvSpPr>
          <p:spPr>
            <a:xfrm>
              <a:off x="7438185" y="3289604"/>
              <a:ext cx="22750" cy="17062"/>
            </a:xfrm>
            <a:custGeom>
              <a:avLst/>
              <a:gdLst>
                <a:gd name="connsiteX0" fmla="*/ 24797 w 22749"/>
                <a:gd name="connsiteY0" fmla="*/ 9360 h 17062"/>
                <a:gd name="connsiteX1" fmla="*/ 23717 w 22749"/>
                <a:gd name="connsiteY1" fmla="*/ 6346 h 17062"/>
                <a:gd name="connsiteX2" fmla="*/ 9725 w 22749"/>
                <a:gd name="connsiteY2" fmla="*/ 391 h 17062"/>
                <a:gd name="connsiteX3" fmla="*/ 0 w 22749"/>
                <a:gd name="connsiteY3" fmla="*/ 363 h 17062"/>
                <a:gd name="connsiteX4" fmla="*/ 10027 w 22749"/>
                <a:gd name="connsiteY4" fmla="*/ 13979 h 17062"/>
                <a:gd name="connsiteX5" fmla="*/ 24814 w 22749"/>
                <a:gd name="connsiteY5" fmla="*/ 20104 h 17062"/>
                <a:gd name="connsiteX6" fmla="*/ 24797 w 22749"/>
                <a:gd name="connsiteY6" fmla="*/ 9360 h 17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749" h="17062">
                  <a:moveTo>
                    <a:pt x="24797" y="9360"/>
                  </a:moveTo>
                  <a:cubicBezTo>
                    <a:pt x="24433" y="8354"/>
                    <a:pt x="24075" y="7353"/>
                    <a:pt x="23717" y="6346"/>
                  </a:cubicBezTo>
                  <a:cubicBezTo>
                    <a:pt x="21220" y="4486"/>
                    <a:pt x="16437" y="1472"/>
                    <a:pt x="9725" y="391"/>
                  </a:cubicBezTo>
                  <a:cubicBezTo>
                    <a:pt x="5818" y="-235"/>
                    <a:pt x="2446" y="-7"/>
                    <a:pt x="0" y="363"/>
                  </a:cubicBezTo>
                  <a:cubicBezTo>
                    <a:pt x="967" y="2962"/>
                    <a:pt x="3634" y="9047"/>
                    <a:pt x="10027" y="13979"/>
                  </a:cubicBezTo>
                  <a:cubicBezTo>
                    <a:pt x="15987" y="18574"/>
                    <a:pt x="22056" y="19745"/>
                    <a:pt x="24814" y="20104"/>
                  </a:cubicBezTo>
                  <a:cubicBezTo>
                    <a:pt x="24809" y="16521"/>
                    <a:pt x="24803" y="12943"/>
                    <a:pt x="24797" y="9360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6B2BD203-29D2-D7C6-28FE-D53992360B3D}"/>
                </a:ext>
              </a:extLst>
            </p:cNvPr>
            <p:cNvSpPr/>
            <p:nvPr/>
          </p:nvSpPr>
          <p:spPr>
            <a:xfrm>
              <a:off x="7399201" y="3206542"/>
              <a:ext cx="73937" cy="85312"/>
            </a:xfrm>
            <a:custGeom>
              <a:avLst/>
              <a:gdLst>
                <a:gd name="connsiteX0" fmla="*/ 69907 w 73936"/>
                <a:gd name="connsiteY0" fmla="*/ 31163 h 85311"/>
                <a:gd name="connsiteX1" fmla="*/ 75475 w 73936"/>
                <a:gd name="connsiteY1" fmla="*/ 23923 h 85311"/>
                <a:gd name="connsiteX2" fmla="*/ 73081 w 73936"/>
                <a:gd name="connsiteY2" fmla="*/ 6360 h 85311"/>
                <a:gd name="connsiteX3" fmla="*/ 65596 w 73936"/>
                <a:gd name="connsiteY3" fmla="*/ 672 h 85311"/>
                <a:gd name="connsiteX4" fmla="*/ 41748 w 73936"/>
                <a:gd name="connsiteY4" fmla="*/ 6161 h 85311"/>
                <a:gd name="connsiteX5" fmla="*/ 19795 w 73936"/>
                <a:gd name="connsiteY5" fmla="*/ 9152 h 85311"/>
                <a:gd name="connsiteX6" fmla="*/ 3728 w 73936"/>
                <a:gd name="connsiteY6" fmla="*/ 22523 h 85311"/>
                <a:gd name="connsiteX7" fmla="*/ 5127 w 73936"/>
                <a:gd name="connsiteY7" fmla="*/ 49163 h 85311"/>
                <a:gd name="connsiteX8" fmla="*/ 37 w 73936"/>
                <a:gd name="connsiteY8" fmla="*/ 61039 h 85311"/>
                <a:gd name="connsiteX9" fmla="*/ 27496 w 73936"/>
                <a:gd name="connsiteY9" fmla="*/ 88828 h 85311"/>
                <a:gd name="connsiteX10" fmla="*/ 43728 w 73936"/>
                <a:gd name="connsiteY10" fmla="*/ 86894 h 85311"/>
                <a:gd name="connsiteX11" fmla="*/ 69907 w 73936"/>
                <a:gd name="connsiteY11" fmla="*/ 31163 h 85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73936" h="85311">
                  <a:moveTo>
                    <a:pt x="69907" y="31163"/>
                  </a:moveTo>
                  <a:cubicBezTo>
                    <a:pt x="71403" y="30002"/>
                    <a:pt x="73945" y="27676"/>
                    <a:pt x="75475" y="23923"/>
                  </a:cubicBezTo>
                  <a:cubicBezTo>
                    <a:pt x="77886" y="18019"/>
                    <a:pt x="76732" y="11171"/>
                    <a:pt x="73081" y="6360"/>
                  </a:cubicBezTo>
                  <a:cubicBezTo>
                    <a:pt x="72227" y="5234"/>
                    <a:pt x="69816" y="2140"/>
                    <a:pt x="65596" y="672"/>
                  </a:cubicBezTo>
                  <a:cubicBezTo>
                    <a:pt x="58458" y="-1813"/>
                    <a:pt x="54198" y="3175"/>
                    <a:pt x="41748" y="6161"/>
                  </a:cubicBezTo>
                  <a:cubicBezTo>
                    <a:pt x="29719" y="9044"/>
                    <a:pt x="28366" y="5666"/>
                    <a:pt x="19795" y="9152"/>
                  </a:cubicBezTo>
                  <a:cubicBezTo>
                    <a:pt x="16530" y="10483"/>
                    <a:pt x="8113" y="13918"/>
                    <a:pt x="3728" y="22523"/>
                  </a:cubicBezTo>
                  <a:cubicBezTo>
                    <a:pt x="-2233" y="34223"/>
                    <a:pt x="4086" y="47122"/>
                    <a:pt x="5127" y="49163"/>
                  </a:cubicBezTo>
                  <a:cubicBezTo>
                    <a:pt x="1015" y="54180"/>
                    <a:pt x="196" y="58565"/>
                    <a:pt x="37" y="61039"/>
                  </a:cubicBezTo>
                  <a:cubicBezTo>
                    <a:pt x="-822" y="74268"/>
                    <a:pt x="13590" y="86723"/>
                    <a:pt x="27496" y="88828"/>
                  </a:cubicBezTo>
                  <a:cubicBezTo>
                    <a:pt x="29173" y="89084"/>
                    <a:pt x="36226" y="89999"/>
                    <a:pt x="43728" y="86894"/>
                  </a:cubicBezTo>
                  <a:cubicBezTo>
                    <a:pt x="60062" y="80132"/>
                    <a:pt x="69782" y="57888"/>
                    <a:pt x="69907" y="31163"/>
                  </a:cubicBezTo>
                  <a:close/>
                </a:path>
              </a:pathLst>
            </a:custGeom>
            <a:solidFill>
              <a:srgbClr val="4D4D4D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A84F06DE-49E6-0B8A-7798-E19ED6376E2F}"/>
                </a:ext>
              </a:extLst>
            </p:cNvPr>
            <p:cNvSpPr/>
            <p:nvPr/>
          </p:nvSpPr>
          <p:spPr>
            <a:xfrm>
              <a:off x="7423843" y="3234840"/>
              <a:ext cx="56874" cy="68249"/>
            </a:xfrm>
            <a:custGeom>
              <a:avLst/>
              <a:gdLst>
                <a:gd name="connsiteX0" fmla="*/ 10856 w 56874"/>
                <a:gd name="connsiteY0" fmla="*/ 46027 h 68249"/>
                <a:gd name="connsiteX1" fmla="*/ 4890 w 56874"/>
                <a:gd name="connsiteY1" fmla="*/ 46004 h 68249"/>
                <a:gd name="connsiteX2" fmla="*/ 2086 w 56874"/>
                <a:gd name="connsiteY2" fmla="*/ 29522 h 68249"/>
                <a:gd name="connsiteX3" fmla="*/ 5606 w 56874"/>
                <a:gd name="connsiteY3" fmla="*/ 28015 h 68249"/>
                <a:gd name="connsiteX4" fmla="*/ 7523 w 56874"/>
                <a:gd name="connsiteY4" fmla="*/ 28407 h 68249"/>
                <a:gd name="connsiteX5" fmla="*/ 13023 w 56874"/>
                <a:gd name="connsiteY5" fmla="*/ 35449 h 68249"/>
                <a:gd name="connsiteX6" fmla="*/ 15081 w 56874"/>
                <a:gd name="connsiteY6" fmla="*/ 33128 h 68249"/>
                <a:gd name="connsiteX7" fmla="*/ 23800 w 56874"/>
                <a:gd name="connsiteY7" fmla="*/ 2393 h 68249"/>
                <a:gd name="connsiteX8" fmla="*/ 45265 w 56874"/>
                <a:gd name="connsiteY8" fmla="*/ 2865 h 68249"/>
                <a:gd name="connsiteX9" fmla="*/ 50418 w 56874"/>
                <a:gd name="connsiteY9" fmla="*/ 13540 h 68249"/>
                <a:gd name="connsiteX10" fmla="*/ 56304 w 56874"/>
                <a:gd name="connsiteY10" fmla="*/ 28498 h 68249"/>
                <a:gd name="connsiteX11" fmla="*/ 58431 w 56874"/>
                <a:gd name="connsiteY11" fmla="*/ 31092 h 68249"/>
                <a:gd name="connsiteX12" fmla="*/ 57322 w 56874"/>
                <a:gd name="connsiteY12" fmla="*/ 34345 h 68249"/>
                <a:gd name="connsiteX13" fmla="*/ 57265 w 56874"/>
                <a:gd name="connsiteY13" fmla="*/ 38787 h 68249"/>
                <a:gd name="connsiteX14" fmla="*/ 57675 w 56874"/>
                <a:gd name="connsiteY14" fmla="*/ 56538 h 68249"/>
                <a:gd name="connsiteX15" fmla="*/ 55610 w 56874"/>
                <a:gd name="connsiteY15" fmla="*/ 66764 h 68249"/>
                <a:gd name="connsiteX16" fmla="*/ 20843 w 56874"/>
                <a:gd name="connsiteY16" fmla="*/ 64608 h 68249"/>
                <a:gd name="connsiteX17" fmla="*/ 11442 w 56874"/>
                <a:gd name="connsiteY17" fmla="*/ 57129 h 68249"/>
                <a:gd name="connsiteX18" fmla="*/ 11055 w 56874"/>
                <a:gd name="connsiteY18" fmla="*/ 52244 h 68249"/>
                <a:gd name="connsiteX19" fmla="*/ 10856 w 56874"/>
                <a:gd name="connsiteY19" fmla="*/ 46027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6874" h="68249">
                  <a:moveTo>
                    <a:pt x="10856" y="46027"/>
                  </a:moveTo>
                  <a:cubicBezTo>
                    <a:pt x="7682" y="47068"/>
                    <a:pt x="5674" y="46357"/>
                    <a:pt x="4890" y="46004"/>
                  </a:cubicBezTo>
                  <a:cubicBezTo>
                    <a:pt x="-940" y="43366"/>
                    <a:pt x="-1133" y="32326"/>
                    <a:pt x="2086" y="29522"/>
                  </a:cubicBezTo>
                  <a:cubicBezTo>
                    <a:pt x="3786" y="28038"/>
                    <a:pt x="5606" y="28015"/>
                    <a:pt x="5606" y="28015"/>
                  </a:cubicBezTo>
                  <a:cubicBezTo>
                    <a:pt x="5862" y="28015"/>
                    <a:pt x="6601" y="28026"/>
                    <a:pt x="7523" y="28407"/>
                  </a:cubicBezTo>
                  <a:cubicBezTo>
                    <a:pt x="11242" y="29949"/>
                    <a:pt x="13023" y="35449"/>
                    <a:pt x="13023" y="35449"/>
                  </a:cubicBezTo>
                  <a:cubicBezTo>
                    <a:pt x="13711" y="34675"/>
                    <a:pt x="14399" y="33902"/>
                    <a:pt x="15081" y="33128"/>
                  </a:cubicBezTo>
                  <a:cubicBezTo>
                    <a:pt x="10054" y="20809"/>
                    <a:pt x="14450" y="7626"/>
                    <a:pt x="23800" y="2393"/>
                  </a:cubicBezTo>
                  <a:cubicBezTo>
                    <a:pt x="33480" y="-3027"/>
                    <a:pt x="44338" y="2387"/>
                    <a:pt x="45265" y="2865"/>
                  </a:cubicBezTo>
                  <a:cubicBezTo>
                    <a:pt x="46999" y="6192"/>
                    <a:pt x="48734" y="9753"/>
                    <a:pt x="50418" y="13540"/>
                  </a:cubicBezTo>
                  <a:cubicBezTo>
                    <a:pt x="52738" y="18767"/>
                    <a:pt x="54677" y="23783"/>
                    <a:pt x="56304" y="28498"/>
                  </a:cubicBezTo>
                  <a:cubicBezTo>
                    <a:pt x="57174" y="29022"/>
                    <a:pt x="58283" y="29881"/>
                    <a:pt x="58431" y="31092"/>
                  </a:cubicBezTo>
                  <a:cubicBezTo>
                    <a:pt x="58573" y="32212"/>
                    <a:pt x="57800" y="32866"/>
                    <a:pt x="57322" y="34345"/>
                  </a:cubicBezTo>
                  <a:cubicBezTo>
                    <a:pt x="56765" y="36091"/>
                    <a:pt x="57078" y="37524"/>
                    <a:pt x="57265" y="38787"/>
                  </a:cubicBezTo>
                  <a:cubicBezTo>
                    <a:pt x="58016" y="43855"/>
                    <a:pt x="57976" y="52369"/>
                    <a:pt x="57675" y="56538"/>
                  </a:cubicBezTo>
                  <a:cubicBezTo>
                    <a:pt x="57271" y="62083"/>
                    <a:pt x="57066" y="64853"/>
                    <a:pt x="55610" y="66764"/>
                  </a:cubicBezTo>
                  <a:cubicBezTo>
                    <a:pt x="49149" y="75249"/>
                    <a:pt x="28726" y="67566"/>
                    <a:pt x="20843" y="64608"/>
                  </a:cubicBezTo>
                  <a:cubicBezTo>
                    <a:pt x="17322" y="63283"/>
                    <a:pt x="12391" y="61070"/>
                    <a:pt x="11442" y="57129"/>
                  </a:cubicBezTo>
                  <a:cubicBezTo>
                    <a:pt x="11259" y="56390"/>
                    <a:pt x="11191" y="55008"/>
                    <a:pt x="11055" y="52244"/>
                  </a:cubicBezTo>
                  <a:cubicBezTo>
                    <a:pt x="10924" y="49650"/>
                    <a:pt x="10878" y="47506"/>
                    <a:pt x="10856" y="46027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A600AA26-549D-DB65-FAEC-E37B458D74EA}"/>
                </a:ext>
              </a:extLst>
            </p:cNvPr>
            <p:cNvSpPr/>
            <p:nvPr/>
          </p:nvSpPr>
          <p:spPr>
            <a:xfrm>
              <a:off x="7423843" y="3234840"/>
              <a:ext cx="56874" cy="68249"/>
            </a:xfrm>
            <a:custGeom>
              <a:avLst/>
              <a:gdLst>
                <a:gd name="connsiteX0" fmla="*/ 10856 w 56874"/>
                <a:gd name="connsiteY0" fmla="*/ 46027 h 68249"/>
                <a:gd name="connsiteX1" fmla="*/ 4890 w 56874"/>
                <a:gd name="connsiteY1" fmla="*/ 46004 h 68249"/>
                <a:gd name="connsiteX2" fmla="*/ 2086 w 56874"/>
                <a:gd name="connsiteY2" fmla="*/ 29522 h 68249"/>
                <a:gd name="connsiteX3" fmla="*/ 5606 w 56874"/>
                <a:gd name="connsiteY3" fmla="*/ 28015 h 68249"/>
                <a:gd name="connsiteX4" fmla="*/ 7523 w 56874"/>
                <a:gd name="connsiteY4" fmla="*/ 28407 h 68249"/>
                <a:gd name="connsiteX5" fmla="*/ 13023 w 56874"/>
                <a:gd name="connsiteY5" fmla="*/ 35449 h 68249"/>
                <a:gd name="connsiteX6" fmla="*/ 15081 w 56874"/>
                <a:gd name="connsiteY6" fmla="*/ 33128 h 68249"/>
                <a:gd name="connsiteX7" fmla="*/ 23800 w 56874"/>
                <a:gd name="connsiteY7" fmla="*/ 2393 h 68249"/>
                <a:gd name="connsiteX8" fmla="*/ 45265 w 56874"/>
                <a:gd name="connsiteY8" fmla="*/ 2865 h 68249"/>
                <a:gd name="connsiteX9" fmla="*/ 50418 w 56874"/>
                <a:gd name="connsiteY9" fmla="*/ 13540 h 68249"/>
                <a:gd name="connsiteX10" fmla="*/ 56304 w 56874"/>
                <a:gd name="connsiteY10" fmla="*/ 28498 h 68249"/>
                <a:gd name="connsiteX11" fmla="*/ 58431 w 56874"/>
                <a:gd name="connsiteY11" fmla="*/ 31092 h 68249"/>
                <a:gd name="connsiteX12" fmla="*/ 57322 w 56874"/>
                <a:gd name="connsiteY12" fmla="*/ 34345 h 68249"/>
                <a:gd name="connsiteX13" fmla="*/ 57265 w 56874"/>
                <a:gd name="connsiteY13" fmla="*/ 38787 h 68249"/>
                <a:gd name="connsiteX14" fmla="*/ 57675 w 56874"/>
                <a:gd name="connsiteY14" fmla="*/ 56538 h 68249"/>
                <a:gd name="connsiteX15" fmla="*/ 55610 w 56874"/>
                <a:gd name="connsiteY15" fmla="*/ 66764 h 68249"/>
                <a:gd name="connsiteX16" fmla="*/ 20843 w 56874"/>
                <a:gd name="connsiteY16" fmla="*/ 64608 h 68249"/>
                <a:gd name="connsiteX17" fmla="*/ 11442 w 56874"/>
                <a:gd name="connsiteY17" fmla="*/ 57129 h 68249"/>
                <a:gd name="connsiteX18" fmla="*/ 11055 w 56874"/>
                <a:gd name="connsiteY18" fmla="*/ 52244 h 68249"/>
                <a:gd name="connsiteX19" fmla="*/ 10856 w 56874"/>
                <a:gd name="connsiteY19" fmla="*/ 46027 h 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56874" h="68249">
                  <a:moveTo>
                    <a:pt x="10856" y="46027"/>
                  </a:moveTo>
                  <a:cubicBezTo>
                    <a:pt x="7682" y="47068"/>
                    <a:pt x="5674" y="46357"/>
                    <a:pt x="4890" y="46004"/>
                  </a:cubicBezTo>
                  <a:cubicBezTo>
                    <a:pt x="-940" y="43366"/>
                    <a:pt x="-1133" y="32326"/>
                    <a:pt x="2086" y="29522"/>
                  </a:cubicBezTo>
                  <a:cubicBezTo>
                    <a:pt x="3786" y="28038"/>
                    <a:pt x="5606" y="28015"/>
                    <a:pt x="5606" y="28015"/>
                  </a:cubicBezTo>
                  <a:cubicBezTo>
                    <a:pt x="5862" y="28015"/>
                    <a:pt x="6601" y="28026"/>
                    <a:pt x="7523" y="28407"/>
                  </a:cubicBezTo>
                  <a:cubicBezTo>
                    <a:pt x="11242" y="29949"/>
                    <a:pt x="13023" y="35449"/>
                    <a:pt x="13023" y="35449"/>
                  </a:cubicBezTo>
                  <a:cubicBezTo>
                    <a:pt x="13711" y="34675"/>
                    <a:pt x="14399" y="33902"/>
                    <a:pt x="15081" y="33128"/>
                  </a:cubicBezTo>
                  <a:cubicBezTo>
                    <a:pt x="10054" y="20809"/>
                    <a:pt x="14450" y="7626"/>
                    <a:pt x="23800" y="2393"/>
                  </a:cubicBezTo>
                  <a:cubicBezTo>
                    <a:pt x="33480" y="-3027"/>
                    <a:pt x="44338" y="2387"/>
                    <a:pt x="45265" y="2865"/>
                  </a:cubicBezTo>
                  <a:cubicBezTo>
                    <a:pt x="46999" y="6192"/>
                    <a:pt x="48734" y="9753"/>
                    <a:pt x="50418" y="13540"/>
                  </a:cubicBezTo>
                  <a:cubicBezTo>
                    <a:pt x="52738" y="18767"/>
                    <a:pt x="54677" y="23783"/>
                    <a:pt x="56304" y="28498"/>
                  </a:cubicBezTo>
                  <a:cubicBezTo>
                    <a:pt x="57174" y="29022"/>
                    <a:pt x="58283" y="29881"/>
                    <a:pt x="58431" y="31092"/>
                  </a:cubicBezTo>
                  <a:cubicBezTo>
                    <a:pt x="58573" y="32212"/>
                    <a:pt x="57800" y="32866"/>
                    <a:pt x="57322" y="34345"/>
                  </a:cubicBezTo>
                  <a:cubicBezTo>
                    <a:pt x="56765" y="36091"/>
                    <a:pt x="57078" y="37524"/>
                    <a:pt x="57265" y="38787"/>
                  </a:cubicBezTo>
                  <a:cubicBezTo>
                    <a:pt x="58016" y="43855"/>
                    <a:pt x="57976" y="52369"/>
                    <a:pt x="57675" y="56538"/>
                  </a:cubicBezTo>
                  <a:cubicBezTo>
                    <a:pt x="57271" y="62083"/>
                    <a:pt x="57066" y="64853"/>
                    <a:pt x="55610" y="66764"/>
                  </a:cubicBezTo>
                  <a:cubicBezTo>
                    <a:pt x="49149" y="75249"/>
                    <a:pt x="28726" y="67566"/>
                    <a:pt x="20843" y="64608"/>
                  </a:cubicBezTo>
                  <a:cubicBezTo>
                    <a:pt x="17322" y="63283"/>
                    <a:pt x="12391" y="61070"/>
                    <a:pt x="11442" y="57129"/>
                  </a:cubicBezTo>
                  <a:cubicBezTo>
                    <a:pt x="11259" y="56390"/>
                    <a:pt x="11191" y="55008"/>
                    <a:pt x="11055" y="52244"/>
                  </a:cubicBezTo>
                  <a:cubicBezTo>
                    <a:pt x="10924" y="49650"/>
                    <a:pt x="10878" y="47506"/>
                    <a:pt x="10856" y="46027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D768DF0B-663A-EACC-AF0E-0C0042BE4CB7}"/>
                </a:ext>
              </a:extLst>
            </p:cNvPr>
            <p:cNvSpPr/>
            <p:nvPr/>
          </p:nvSpPr>
          <p:spPr>
            <a:xfrm>
              <a:off x="7475444" y="3281009"/>
              <a:ext cx="5687" cy="5687"/>
            </a:xfrm>
            <a:custGeom>
              <a:avLst/>
              <a:gdLst>
                <a:gd name="connsiteX0" fmla="*/ 5261 w 0"/>
                <a:gd name="connsiteY0" fmla="*/ 4886 h 5687"/>
                <a:gd name="connsiteX1" fmla="*/ 2633 w 0"/>
                <a:gd name="connsiteY1" fmla="*/ 9771 h 5687"/>
                <a:gd name="connsiteX2" fmla="*/ 0 w 0"/>
                <a:gd name="connsiteY2" fmla="*/ 4886 h 5687"/>
                <a:gd name="connsiteX3" fmla="*/ 2633 w 0"/>
                <a:gd name="connsiteY3" fmla="*/ 0 h 5687"/>
                <a:gd name="connsiteX4" fmla="*/ 5261 w 0"/>
                <a:gd name="connsiteY4" fmla="*/ 4886 h 5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h="5687">
                  <a:moveTo>
                    <a:pt x="5261" y="4886"/>
                  </a:moveTo>
                  <a:cubicBezTo>
                    <a:pt x="5261" y="7587"/>
                    <a:pt x="4084" y="9771"/>
                    <a:pt x="2633" y="9771"/>
                  </a:cubicBezTo>
                  <a:cubicBezTo>
                    <a:pt x="1177" y="9771"/>
                    <a:pt x="0" y="7587"/>
                    <a:pt x="0" y="4886"/>
                  </a:cubicBezTo>
                  <a:cubicBezTo>
                    <a:pt x="0" y="2184"/>
                    <a:pt x="1177" y="0"/>
                    <a:pt x="2633" y="0"/>
                  </a:cubicBezTo>
                  <a:cubicBezTo>
                    <a:pt x="4084" y="0"/>
                    <a:pt x="5261" y="2184"/>
                    <a:pt x="5261" y="4886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56FB86E1-0B07-AB52-4BE1-1722D1293692}"/>
                </a:ext>
              </a:extLst>
            </p:cNvPr>
            <p:cNvSpPr/>
            <p:nvPr/>
          </p:nvSpPr>
          <p:spPr>
            <a:xfrm>
              <a:off x="7332103" y="3446303"/>
              <a:ext cx="90999" cy="90999"/>
            </a:xfrm>
            <a:custGeom>
              <a:avLst/>
              <a:gdLst>
                <a:gd name="connsiteX0" fmla="*/ 92154 w 90999"/>
                <a:gd name="connsiteY0" fmla="*/ 66458 h 90999"/>
                <a:gd name="connsiteX1" fmla="*/ 25696 w 90999"/>
                <a:gd name="connsiteY1" fmla="*/ 92154 h 90999"/>
                <a:gd name="connsiteX2" fmla="*/ 0 w 90999"/>
                <a:gd name="connsiteY2" fmla="*/ 25696 h 90999"/>
                <a:gd name="connsiteX3" fmla="*/ 66458 w 90999"/>
                <a:gd name="connsiteY3" fmla="*/ 0 h 90999"/>
                <a:gd name="connsiteX4" fmla="*/ 92154 w 90999"/>
                <a:gd name="connsiteY4" fmla="*/ 66458 h 90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999" h="90999">
                  <a:moveTo>
                    <a:pt x="92154" y="66458"/>
                  </a:moveTo>
                  <a:lnTo>
                    <a:pt x="25696" y="92154"/>
                  </a:lnTo>
                  <a:lnTo>
                    <a:pt x="0" y="25696"/>
                  </a:lnTo>
                  <a:lnTo>
                    <a:pt x="66458" y="0"/>
                  </a:lnTo>
                  <a:lnTo>
                    <a:pt x="92154" y="66458"/>
                  </a:lnTo>
                  <a:close/>
                </a:path>
              </a:pathLst>
            </a:custGeom>
            <a:solidFill>
              <a:schemeClr val="accent2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63F7CF6-D2BF-6E12-D3A9-EAD95D8D3FE9}"/>
                </a:ext>
              </a:extLst>
            </p:cNvPr>
            <p:cNvSpPr/>
            <p:nvPr/>
          </p:nvSpPr>
          <p:spPr>
            <a:xfrm>
              <a:off x="7333239" y="3497797"/>
              <a:ext cx="17062" cy="11375"/>
            </a:xfrm>
            <a:custGeom>
              <a:avLst/>
              <a:gdLst>
                <a:gd name="connsiteX0" fmla="*/ 4318 w 17062"/>
                <a:gd name="connsiteY0" fmla="*/ 14714 h 11374"/>
                <a:gd name="connsiteX1" fmla="*/ 20129 w 17062"/>
                <a:gd name="connsiteY1" fmla="*/ 6593 h 11374"/>
                <a:gd name="connsiteX2" fmla="*/ 21517 w 17062"/>
                <a:gd name="connsiteY2" fmla="*/ 1474 h 11374"/>
                <a:gd name="connsiteX3" fmla="*/ 16836 w 17062"/>
                <a:gd name="connsiteY3" fmla="*/ 450 h 11374"/>
                <a:gd name="connsiteX4" fmla="*/ 183 w 17062"/>
                <a:gd name="connsiteY4" fmla="*/ 7093 h 11374"/>
                <a:gd name="connsiteX5" fmla="*/ 4318 w 17062"/>
                <a:gd name="connsiteY5" fmla="*/ 14714 h 1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62" h="11374">
                  <a:moveTo>
                    <a:pt x="4318" y="14714"/>
                  </a:moveTo>
                  <a:cubicBezTo>
                    <a:pt x="9590" y="12007"/>
                    <a:pt x="14862" y="9294"/>
                    <a:pt x="20129" y="6593"/>
                  </a:cubicBezTo>
                  <a:cubicBezTo>
                    <a:pt x="22051" y="5529"/>
                    <a:pt x="22603" y="3083"/>
                    <a:pt x="21517" y="1474"/>
                  </a:cubicBezTo>
                  <a:cubicBezTo>
                    <a:pt x="20561" y="63"/>
                    <a:pt x="18519" y="-454"/>
                    <a:pt x="16836" y="450"/>
                  </a:cubicBezTo>
                  <a:cubicBezTo>
                    <a:pt x="11285" y="2662"/>
                    <a:pt x="5734" y="4881"/>
                    <a:pt x="183" y="7093"/>
                  </a:cubicBezTo>
                  <a:cubicBezTo>
                    <a:pt x="-1046" y="13520"/>
                    <a:pt x="4318" y="14714"/>
                    <a:pt x="4318" y="14714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B65132FB-870F-40CA-8E18-E814EBDF8BF0}"/>
                </a:ext>
              </a:extLst>
            </p:cNvPr>
            <p:cNvSpPr/>
            <p:nvPr/>
          </p:nvSpPr>
          <p:spPr>
            <a:xfrm>
              <a:off x="7329496" y="3489271"/>
              <a:ext cx="17062" cy="11375"/>
            </a:xfrm>
            <a:custGeom>
              <a:avLst/>
              <a:gdLst>
                <a:gd name="connsiteX0" fmla="*/ 4319 w 17062"/>
                <a:gd name="connsiteY0" fmla="*/ 14714 h 11374"/>
                <a:gd name="connsiteX1" fmla="*/ 20130 w 17062"/>
                <a:gd name="connsiteY1" fmla="*/ 6592 h 11374"/>
                <a:gd name="connsiteX2" fmla="*/ 21512 w 17062"/>
                <a:gd name="connsiteY2" fmla="*/ 1479 h 11374"/>
                <a:gd name="connsiteX3" fmla="*/ 16831 w 17062"/>
                <a:gd name="connsiteY3" fmla="*/ 450 h 11374"/>
                <a:gd name="connsiteX4" fmla="*/ 184 w 17062"/>
                <a:gd name="connsiteY4" fmla="*/ 7098 h 11374"/>
                <a:gd name="connsiteX5" fmla="*/ 4319 w 17062"/>
                <a:gd name="connsiteY5" fmla="*/ 14714 h 1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62" h="11374">
                  <a:moveTo>
                    <a:pt x="4319" y="14714"/>
                  </a:moveTo>
                  <a:cubicBezTo>
                    <a:pt x="9586" y="12007"/>
                    <a:pt x="14858" y="9300"/>
                    <a:pt x="20130" y="6592"/>
                  </a:cubicBezTo>
                  <a:cubicBezTo>
                    <a:pt x="22053" y="5535"/>
                    <a:pt x="22604" y="3089"/>
                    <a:pt x="21512" y="1479"/>
                  </a:cubicBezTo>
                  <a:cubicBezTo>
                    <a:pt x="20562" y="63"/>
                    <a:pt x="18515" y="-454"/>
                    <a:pt x="16831" y="450"/>
                  </a:cubicBezTo>
                  <a:cubicBezTo>
                    <a:pt x="11280" y="2668"/>
                    <a:pt x="5735" y="4880"/>
                    <a:pt x="184" y="7098"/>
                  </a:cubicBezTo>
                  <a:cubicBezTo>
                    <a:pt x="-1050" y="13520"/>
                    <a:pt x="4319" y="14714"/>
                    <a:pt x="4319" y="14714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69B8C7AB-0F84-24ED-91CF-B6FCDDE246B9}"/>
                </a:ext>
              </a:extLst>
            </p:cNvPr>
            <p:cNvSpPr/>
            <p:nvPr/>
          </p:nvSpPr>
          <p:spPr>
            <a:xfrm>
              <a:off x="7336970" y="3506656"/>
              <a:ext cx="17062" cy="11375"/>
            </a:xfrm>
            <a:custGeom>
              <a:avLst/>
              <a:gdLst>
                <a:gd name="connsiteX0" fmla="*/ 3294 w 17062"/>
                <a:gd name="connsiteY0" fmla="*/ 13976 h 11374"/>
                <a:gd name="connsiteX1" fmla="*/ 18707 w 17062"/>
                <a:gd name="connsiteY1" fmla="*/ 6924 h 11374"/>
                <a:gd name="connsiteX2" fmla="*/ 21004 w 17062"/>
                <a:gd name="connsiteY2" fmla="*/ 1925 h 11374"/>
                <a:gd name="connsiteX3" fmla="*/ 16802 w 17062"/>
                <a:gd name="connsiteY3" fmla="*/ 105 h 11374"/>
                <a:gd name="connsiteX4" fmla="*/ 587 w 17062"/>
                <a:gd name="connsiteY4" fmla="*/ 5855 h 11374"/>
                <a:gd name="connsiteX5" fmla="*/ 3294 w 17062"/>
                <a:gd name="connsiteY5" fmla="*/ 13976 h 1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62" h="11374">
                  <a:moveTo>
                    <a:pt x="3294" y="13976"/>
                  </a:moveTo>
                  <a:cubicBezTo>
                    <a:pt x="8430" y="11628"/>
                    <a:pt x="13565" y="9278"/>
                    <a:pt x="18707" y="6924"/>
                  </a:cubicBezTo>
                  <a:cubicBezTo>
                    <a:pt x="20908" y="6111"/>
                    <a:pt x="21841" y="3671"/>
                    <a:pt x="21004" y="1925"/>
                  </a:cubicBezTo>
                  <a:cubicBezTo>
                    <a:pt x="20333" y="525"/>
                    <a:pt x="18576" y="-305"/>
                    <a:pt x="16802" y="105"/>
                  </a:cubicBezTo>
                  <a:cubicBezTo>
                    <a:pt x="11398" y="2021"/>
                    <a:pt x="5990" y="3938"/>
                    <a:pt x="587" y="5855"/>
                  </a:cubicBezTo>
                  <a:cubicBezTo>
                    <a:pt x="-1666" y="11383"/>
                    <a:pt x="3294" y="13976"/>
                    <a:pt x="3294" y="13976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B3F5E4CF-1DFF-926E-2894-2621D86E4491}"/>
                </a:ext>
              </a:extLst>
            </p:cNvPr>
            <p:cNvSpPr/>
            <p:nvPr/>
          </p:nvSpPr>
          <p:spPr>
            <a:xfrm>
              <a:off x="7339872" y="3515497"/>
              <a:ext cx="17062" cy="11375"/>
            </a:xfrm>
            <a:custGeom>
              <a:avLst/>
              <a:gdLst>
                <a:gd name="connsiteX0" fmla="*/ 2291 w 17062"/>
                <a:gd name="connsiteY0" fmla="*/ 11693 h 11374"/>
                <a:gd name="connsiteX1" fmla="*/ 17090 w 17062"/>
                <a:gd name="connsiteY1" fmla="*/ 6199 h 11374"/>
                <a:gd name="connsiteX2" fmla="*/ 18415 w 17062"/>
                <a:gd name="connsiteY2" fmla="*/ 2610 h 11374"/>
                <a:gd name="connsiteX3" fmla="*/ 15498 w 17062"/>
                <a:gd name="connsiteY3" fmla="*/ 0 h 11374"/>
                <a:gd name="connsiteX4" fmla="*/ 409 w 17062"/>
                <a:gd name="connsiteY4" fmla="*/ 4629 h 11374"/>
                <a:gd name="connsiteX5" fmla="*/ 2291 w 17062"/>
                <a:gd name="connsiteY5" fmla="*/ 11693 h 1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62" h="11374">
                  <a:moveTo>
                    <a:pt x="2291" y="11693"/>
                  </a:moveTo>
                  <a:cubicBezTo>
                    <a:pt x="6745" y="10067"/>
                    <a:pt x="11710" y="8230"/>
                    <a:pt x="17090" y="6199"/>
                  </a:cubicBezTo>
                  <a:cubicBezTo>
                    <a:pt x="18216" y="5380"/>
                    <a:pt x="18740" y="3958"/>
                    <a:pt x="18415" y="2610"/>
                  </a:cubicBezTo>
                  <a:cubicBezTo>
                    <a:pt x="18080" y="1229"/>
                    <a:pt x="16920" y="187"/>
                    <a:pt x="15498" y="0"/>
                  </a:cubicBezTo>
                  <a:cubicBezTo>
                    <a:pt x="10470" y="1547"/>
                    <a:pt x="5442" y="3088"/>
                    <a:pt x="409" y="4629"/>
                  </a:cubicBezTo>
                  <a:cubicBezTo>
                    <a:pt x="-797" y="8099"/>
                    <a:pt x="915" y="10448"/>
                    <a:pt x="2291" y="11693"/>
                  </a:cubicBezTo>
                  <a:close/>
                </a:path>
              </a:pathLst>
            </a:custGeom>
            <a:solidFill>
              <a:srgbClr val="E6E6E6"/>
            </a:solidFill>
            <a:ln w="5682" cap="flat">
              <a:noFill/>
              <a:prstDash val="solid"/>
              <a:round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cxnSp>
        <p:nvCxnSpPr>
          <p:cNvPr id="14" name="LineContentSeparatorDefaultVertical 17441">
            <a:extLst>
              <a:ext uri="{FF2B5EF4-FFF2-40B4-BE49-F238E27FC236}">
                <a16:creationId xmlns:a16="http://schemas.microsoft.com/office/drawing/2014/main" id="{F456C24E-1E20-A3DB-42EF-06BF1A2CA6BB}"/>
              </a:ext>
            </a:extLst>
          </p:cNvPr>
          <p:cNvCxnSpPr>
            <a:cxnSpLocks/>
            <a:stCxn id="136" idx="4"/>
            <a:endCxn id="163" idx="0"/>
          </p:cNvCxnSpPr>
          <p:nvPr>
            <p:custDataLst>
              <p:tags r:id="rId4"/>
            </p:custDataLst>
          </p:nvPr>
        </p:nvCxnSpPr>
        <p:spPr>
          <a:xfrm>
            <a:off x="5154153" y="1880406"/>
            <a:ext cx="0" cy="3821385"/>
          </a:xfrm>
          <a:prstGeom prst="straightConnector1">
            <a:avLst/>
          </a:prstGeom>
          <a:ln w="6350" cap="flat">
            <a:solidFill>
              <a:srgbClr val="B3B3B3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C942047-8F5F-E842-0C9B-1E4F8D93B3F9}"/>
              </a:ext>
            </a:extLst>
          </p:cNvPr>
          <p:cNvCxnSpPr>
            <a:cxnSpLocks/>
          </p:cNvCxnSpPr>
          <p:nvPr/>
        </p:nvCxnSpPr>
        <p:spPr>
          <a:xfrm>
            <a:off x="5514351" y="2292075"/>
            <a:ext cx="5567718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FD41577-A19B-BE2F-8A59-36E2AD26315B}"/>
              </a:ext>
            </a:extLst>
          </p:cNvPr>
          <p:cNvCxnSpPr>
            <a:cxnSpLocks/>
          </p:cNvCxnSpPr>
          <p:nvPr/>
        </p:nvCxnSpPr>
        <p:spPr>
          <a:xfrm>
            <a:off x="5514351" y="3254494"/>
            <a:ext cx="5567718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CC86FF-4471-D370-9AF4-222958979D27}"/>
              </a:ext>
            </a:extLst>
          </p:cNvPr>
          <p:cNvCxnSpPr>
            <a:cxnSpLocks/>
          </p:cNvCxnSpPr>
          <p:nvPr/>
        </p:nvCxnSpPr>
        <p:spPr>
          <a:xfrm>
            <a:off x="5514351" y="4264089"/>
            <a:ext cx="5567718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9C56AE9-FC81-AA1C-AA30-4AF2D8884EF9}"/>
              </a:ext>
            </a:extLst>
          </p:cNvPr>
          <p:cNvCxnSpPr>
            <a:cxnSpLocks/>
          </p:cNvCxnSpPr>
          <p:nvPr/>
        </p:nvCxnSpPr>
        <p:spPr>
          <a:xfrm>
            <a:off x="5514351" y="5273849"/>
            <a:ext cx="5567718" cy="0"/>
          </a:xfrm>
          <a:prstGeom prst="line">
            <a:avLst/>
          </a:prstGeom>
          <a:ln w="635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1165B6E-6CAF-A998-D9FD-5A4619AF9127}"/>
              </a:ext>
            </a:extLst>
          </p:cNvPr>
          <p:cNvCxnSpPr>
            <a:cxnSpLocks/>
          </p:cNvCxnSpPr>
          <p:nvPr/>
        </p:nvCxnSpPr>
        <p:spPr>
          <a:xfrm>
            <a:off x="5514351" y="1258294"/>
            <a:ext cx="5567718" cy="0"/>
          </a:xfrm>
          <a:prstGeom prst="line">
            <a:avLst/>
          </a:prstGeom>
          <a:ln w="12700" cap="sq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69E3F5D1-E4B2-B105-27BD-9AF3A45C0186}"/>
              </a:ext>
            </a:extLst>
          </p:cNvPr>
          <p:cNvSpPr txBox="1">
            <a:spLocks/>
          </p:cNvSpPr>
          <p:nvPr/>
        </p:nvSpPr>
        <p:spPr>
          <a:xfrm>
            <a:off x="5514351" y="847299"/>
            <a:ext cx="2418536" cy="32293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2000" b="1" dirty="0">
                <a:cs typeface="+mn-cs"/>
              </a:rPr>
              <a:t>Task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951FE91-13C2-709A-3704-AA40AA7A422D}"/>
              </a:ext>
            </a:extLst>
          </p:cNvPr>
          <p:cNvSpPr txBox="1">
            <a:spLocks/>
          </p:cNvSpPr>
          <p:nvPr/>
        </p:nvSpPr>
        <p:spPr>
          <a:xfrm>
            <a:off x="9237466" y="847299"/>
            <a:ext cx="1844603" cy="32293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2000" b="1" dirty="0">
                <a:cs typeface="+mn-cs"/>
              </a:rPr>
              <a:t>Time</a:t>
            </a:r>
          </a:p>
        </p:txBody>
      </p:sp>
      <p:sp>
        <p:nvSpPr>
          <p:cNvPr id="136" name="Oval 135">
            <a:extLst>
              <a:ext uri="{FF2B5EF4-FFF2-40B4-BE49-F238E27FC236}">
                <a16:creationId xmlns:a16="http://schemas.microsoft.com/office/drawing/2014/main" id="{E188B5EA-66FE-7CC4-D2EA-646AB49F9FDC}"/>
              </a:ext>
            </a:extLst>
          </p:cNvPr>
          <p:cNvSpPr>
            <a:spLocks/>
          </p:cNvSpPr>
          <p:nvPr/>
        </p:nvSpPr>
        <p:spPr>
          <a:xfrm>
            <a:off x="5061507" y="1695114"/>
            <a:ext cx="185292" cy="185292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6AD4ED10-5E9C-2126-7312-A669BA66DE04}"/>
              </a:ext>
            </a:extLst>
          </p:cNvPr>
          <p:cNvGrpSpPr/>
          <p:nvPr/>
        </p:nvGrpSpPr>
        <p:grpSpPr>
          <a:xfrm>
            <a:off x="5514350" y="1402165"/>
            <a:ext cx="5567719" cy="675850"/>
            <a:chOff x="5514350" y="1172723"/>
            <a:chExt cx="5567719" cy="675850"/>
          </a:xfrm>
        </p:grpSpPr>
        <p:pic>
          <p:nvPicPr>
            <p:cNvPr id="137" name="CustomIcon">
              <a:extLst>
                <a:ext uri="{FF2B5EF4-FFF2-40B4-BE49-F238E27FC236}">
                  <a16:creationId xmlns:a16="http://schemas.microsoft.com/office/drawing/2014/main" id="{6E97DAA8-C61F-346E-936C-E68F73879A62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5514350" y="1266932"/>
              <a:ext cx="581641" cy="581641"/>
            </a:xfrm>
            <a:prstGeom prst="rect">
              <a:avLst/>
            </a:prstGeom>
          </p:spPr>
        </p:pic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F7287CF-1856-B685-C630-2F9A9B85F576}"/>
                </a:ext>
              </a:extLst>
            </p:cNvPr>
            <p:cNvSpPr txBox="1">
              <a:spLocks/>
            </p:cNvSpPr>
            <p:nvPr/>
          </p:nvSpPr>
          <p:spPr>
            <a:xfrm>
              <a:off x="6659664" y="1172723"/>
              <a:ext cx="2104774" cy="45952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>
                  <a:cs typeface="+mn-cs"/>
                </a:rPr>
                <a:t>Aligning with EM on approach and preliminary thinking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E4E352E-0705-934D-CFFA-4192D3BA9565}"/>
                </a:ext>
              </a:extLst>
            </p:cNvPr>
            <p:cNvSpPr txBox="1">
              <a:spLocks/>
            </p:cNvSpPr>
            <p:nvPr/>
          </p:nvSpPr>
          <p:spPr>
            <a:xfrm>
              <a:off x="9237466" y="1428581"/>
              <a:ext cx="1844603" cy="2583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>
                  <a:cs typeface="+mn-cs"/>
                </a:rPr>
                <a:t>09:00 – 10:00 a.m.</a:t>
              </a:r>
            </a:p>
          </p:txBody>
        </p:sp>
      </p:grpSp>
      <p:sp>
        <p:nvSpPr>
          <p:cNvPr id="143" name="Oval 142">
            <a:extLst>
              <a:ext uri="{FF2B5EF4-FFF2-40B4-BE49-F238E27FC236}">
                <a16:creationId xmlns:a16="http://schemas.microsoft.com/office/drawing/2014/main" id="{2DCDA9EA-7FF4-3C89-5025-FE206A851665}"/>
              </a:ext>
            </a:extLst>
          </p:cNvPr>
          <p:cNvSpPr>
            <a:spLocks/>
          </p:cNvSpPr>
          <p:nvPr/>
        </p:nvSpPr>
        <p:spPr>
          <a:xfrm>
            <a:off x="5061507" y="2696783"/>
            <a:ext cx="185292" cy="185292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046B863B-E313-DC90-390B-8EEDA3F56BFC}"/>
              </a:ext>
            </a:extLst>
          </p:cNvPr>
          <p:cNvGrpSpPr/>
          <p:nvPr/>
        </p:nvGrpSpPr>
        <p:grpSpPr>
          <a:xfrm>
            <a:off x="5549328" y="2506135"/>
            <a:ext cx="5532741" cy="534299"/>
            <a:chOff x="5549328" y="2159872"/>
            <a:chExt cx="5532741" cy="534299"/>
          </a:xfrm>
        </p:grpSpPr>
        <p:pic>
          <p:nvPicPr>
            <p:cNvPr id="144" name="Graphic 143">
              <a:extLst>
                <a:ext uri="{FF2B5EF4-FFF2-40B4-BE49-F238E27FC236}">
                  <a16:creationId xmlns:a16="http://schemas.microsoft.com/office/drawing/2014/main" id="{2D844920-E77F-E69A-388A-A9D06E9A9CA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549328" y="2159872"/>
              <a:ext cx="534299" cy="534299"/>
            </a:xfrm>
            <a:prstGeom prst="rect">
              <a:avLst/>
            </a:prstGeom>
          </p:spPr>
        </p:pic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59D4E2A5-94B4-A887-22AF-B065700F6386}"/>
                </a:ext>
              </a:extLst>
            </p:cNvPr>
            <p:cNvSpPr txBox="1">
              <a:spLocks/>
            </p:cNvSpPr>
            <p:nvPr/>
          </p:nvSpPr>
          <p:spPr>
            <a:xfrm>
              <a:off x="6659664" y="2172239"/>
              <a:ext cx="2327589" cy="228210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cs typeface="+mn-cs"/>
                </a:rPr>
                <a:t>Developing a storyline and running analyses</a:t>
              </a: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90CCF470-A8C8-BD6F-928B-19A6A1AB95C3}"/>
                </a:ext>
              </a:extLst>
            </p:cNvPr>
            <p:cNvSpPr txBox="1">
              <a:spLocks/>
            </p:cNvSpPr>
            <p:nvPr/>
          </p:nvSpPr>
          <p:spPr>
            <a:xfrm>
              <a:off x="9237466" y="2303911"/>
              <a:ext cx="1844603" cy="24622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cs typeface="+mn-cs"/>
                </a:rPr>
                <a:t>10:00 – 12:30 p.m. </a:t>
              </a:r>
            </a:p>
          </p:txBody>
        </p:sp>
      </p:grpSp>
      <p:sp>
        <p:nvSpPr>
          <p:cNvPr id="147" name="Oval 146">
            <a:extLst>
              <a:ext uri="{FF2B5EF4-FFF2-40B4-BE49-F238E27FC236}">
                <a16:creationId xmlns:a16="http://schemas.microsoft.com/office/drawing/2014/main" id="{4C32C653-BF85-615A-5FB2-A7E5CFE6B5D5}"/>
              </a:ext>
            </a:extLst>
          </p:cNvPr>
          <p:cNvSpPr>
            <a:spLocks/>
          </p:cNvSpPr>
          <p:nvPr/>
        </p:nvSpPr>
        <p:spPr>
          <a:xfrm>
            <a:off x="5061507" y="3698452"/>
            <a:ext cx="185292" cy="185292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8C15E416-CA15-B30A-9095-DFEC07D3C53C}"/>
              </a:ext>
            </a:extLst>
          </p:cNvPr>
          <p:cNvGrpSpPr/>
          <p:nvPr/>
        </p:nvGrpSpPr>
        <p:grpSpPr>
          <a:xfrm>
            <a:off x="5514474" y="3468554"/>
            <a:ext cx="5567595" cy="581475"/>
            <a:chOff x="5514474" y="3012663"/>
            <a:chExt cx="5567595" cy="581475"/>
          </a:xfrm>
        </p:grpSpPr>
        <p:pic>
          <p:nvPicPr>
            <p:cNvPr id="148" name="CustomIcon">
              <a:extLst>
                <a:ext uri="{FF2B5EF4-FFF2-40B4-BE49-F238E27FC236}">
                  <a16:creationId xmlns:a16="http://schemas.microsoft.com/office/drawing/2014/main" id="{2FFEEE3F-E27A-0B4A-15B0-F238F1CAFD4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514474" y="3012663"/>
              <a:ext cx="581475" cy="581475"/>
            </a:xfrm>
            <a:prstGeom prst="rect">
              <a:avLst/>
            </a:prstGeom>
          </p:spPr>
        </p:pic>
        <p:sp>
          <p:nvSpPr>
            <p:cNvPr id="149" name="TextBox 148">
              <a:extLst>
                <a:ext uri="{FF2B5EF4-FFF2-40B4-BE49-F238E27FC236}">
                  <a16:creationId xmlns:a16="http://schemas.microsoft.com/office/drawing/2014/main" id="{DED70995-1E23-85EE-E698-C7329C84FD34}"/>
                </a:ext>
              </a:extLst>
            </p:cNvPr>
            <p:cNvSpPr txBox="1">
              <a:spLocks/>
            </p:cNvSpPr>
            <p:nvPr/>
          </p:nvSpPr>
          <p:spPr>
            <a:xfrm>
              <a:off x="6659664" y="3174229"/>
              <a:ext cx="2327589" cy="258343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cs typeface="+mn-cs"/>
                </a:rPr>
                <a:t>Lunch Break</a:t>
              </a: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842A1752-937B-535D-1F2F-F852D5EA5A14}"/>
                </a:ext>
              </a:extLst>
            </p:cNvPr>
            <p:cNvSpPr txBox="1">
              <a:spLocks/>
            </p:cNvSpPr>
            <p:nvPr/>
          </p:nvSpPr>
          <p:spPr>
            <a:xfrm>
              <a:off x="9237466" y="3180290"/>
              <a:ext cx="1844603" cy="24622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cs typeface="+mn-cs"/>
                </a:rPr>
                <a:t>12:30 – 01:00 p.m.</a:t>
              </a:r>
            </a:p>
          </p:txBody>
        </p:sp>
      </p:grpSp>
      <p:pic>
        <p:nvPicPr>
          <p:cNvPr id="152" name="Graphic 151">
            <a:extLst>
              <a:ext uri="{FF2B5EF4-FFF2-40B4-BE49-F238E27FC236}">
                <a16:creationId xmlns:a16="http://schemas.microsoft.com/office/drawing/2014/main" id="{D3A732A9-0239-BB77-897B-59B81B9C41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14352" y="4478149"/>
            <a:ext cx="581640" cy="581640"/>
          </a:xfrm>
          <a:prstGeom prst="rect">
            <a:avLst/>
          </a:prstGeom>
        </p:spPr>
      </p:pic>
      <p:sp>
        <p:nvSpPr>
          <p:cNvPr id="153" name="TextBox 152">
            <a:extLst>
              <a:ext uri="{FF2B5EF4-FFF2-40B4-BE49-F238E27FC236}">
                <a16:creationId xmlns:a16="http://schemas.microsoft.com/office/drawing/2014/main" id="{01367374-9740-25EA-3367-8D4494833C13}"/>
              </a:ext>
            </a:extLst>
          </p:cNvPr>
          <p:cNvSpPr txBox="1">
            <a:spLocks/>
          </p:cNvSpPr>
          <p:nvPr/>
        </p:nvSpPr>
        <p:spPr>
          <a:xfrm>
            <a:off x="6647941" y="4510844"/>
            <a:ext cx="2327589" cy="258343"/>
          </a:xfrm>
          <a:prstGeom prst="rect">
            <a:avLst/>
          </a:prstGeom>
        </p:spPr>
        <p:txBody>
          <a:bodyPr vert="horz" wrap="square" lIns="0" tIns="0" rIns="0" bIns="0" rtlCol="0" anchor="t" anchorCtr="0">
            <a:no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>
                <a:cs typeface="+mn-cs"/>
              </a:rPr>
              <a:t>Building  pages and refining analyses</a:t>
            </a: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D68BB640-EE9D-F4E2-FAE0-0587C7D86A3F}"/>
              </a:ext>
            </a:extLst>
          </p:cNvPr>
          <p:cNvSpPr txBox="1">
            <a:spLocks/>
          </p:cNvSpPr>
          <p:nvPr/>
        </p:nvSpPr>
        <p:spPr>
          <a:xfrm>
            <a:off x="9237466" y="4645859"/>
            <a:ext cx="1844603" cy="24622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1600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lvl="2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lvl="3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lvl="4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6pPr>
            <a:lvl7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7pPr>
            <a:lvl8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8pPr>
            <a:lvl9pPr marL="91440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dirty="0">
                <a:cs typeface="+mn-cs"/>
              </a:rPr>
              <a:t>01:00 – 03:30 p.m.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548466B7-960D-5F37-88C9-43828613E6E6}"/>
              </a:ext>
            </a:extLst>
          </p:cNvPr>
          <p:cNvSpPr>
            <a:spLocks/>
          </p:cNvSpPr>
          <p:nvPr/>
        </p:nvSpPr>
        <p:spPr>
          <a:xfrm>
            <a:off x="5061507" y="4700121"/>
            <a:ext cx="185292" cy="185292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3B33887D-07CD-F088-FC03-0BEEA4C3CCC9}"/>
              </a:ext>
            </a:extLst>
          </p:cNvPr>
          <p:cNvSpPr>
            <a:spLocks/>
          </p:cNvSpPr>
          <p:nvPr/>
        </p:nvSpPr>
        <p:spPr>
          <a:xfrm>
            <a:off x="5061507" y="5701791"/>
            <a:ext cx="185292" cy="185292"/>
          </a:xfrm>
          <a:prstGeom prst="ellips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2E25355-577E-EAB6-552E-9504AB5C735A}"/>
              </a:ext>
            </a:extLst>
          </p:cNvPr>
          <p:cNvGrpSpPr/>
          <p:nvPr/>
        </p:nvGrpSpPr>
        <p:grpSpPr>
          <a:xfrm>
            <a:off x="5514351" y="5487905"/>
            <a:ext cx="5567717" cy="581640"/>
            <a:chOff x="5514352" y="5623422"/>
            <a:chExt cx="5567717" cy="581640"/>
          </a:xfrm>
        </p:grpSpPr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5DF7AB3D-3D6A-10C3-859E-21834F749BC7}"/>
                </a:ext>
              </a:extLst>
            </p:cNvPr>
            <p:cNvSpPr txBox="1">
              <a:spLocks/>
            </p:cNvSpPr>
            <p:nvPr/>
          </p:nvSpPr>
          <p:spPr>
            <a:xfrm>
              <a:off x="6659664" y="5678323"/>
              <a:ext cx="2327589" cy="471838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no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cs typeface="+mn-cs"/>
                </a:rPr>
                <a:t>Consolidating and practicing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E7539CE6-0942-BA1C-7D7E-09C446EDBB8D}"/>
                </a:ext>
              </a:extLst>
            </p:cNvPr>
            <p:cNvSpPr txBox="1">
              <a:spLocks/>
            </p:cNvSpPr>
            <p:nvPr/>
          </p:nvSpPr>
          <p:spPr>
            <a:xfrm>
              <a:off x="9237466" y="5791132"/>
              <a:ext cx="1844603" cy="246221"/>
            </a:xfrm>
            <a:prstGeom prst="rect">
              <a:avLst/>
            </a:prstGeom>
          </p:spPr>
          <p:txBody>
            <a:bodyPr vert="horz" wrap="square" lIns="0" tIns="0" rIns="0" bIns="0" rtlCol="0" anchor="t" anchorCtr="0">
              <a:spAutoFit/>
            </a:bodyPr>
            <a:lstStyle>
              <a:lvl1pPr lvl="0" indent="0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Font typeface="Segoe UI" panose="020B0502040204020203" pitchFamily="34" charset="0"/>
                <a:buChar char="​"/>
                <a:defRPr sz="1600">
                  <a:cs typeface="Arial" panose="020B0604020202020204" pitchFamily="34" charset="0"/>
                </a:defRPr>
              </a:lvl1pPr>
              <a:lvl2pPr marL="228600" lvl="1" indent="-2254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Wingdings" panose="05000000000000000000" pitchFamily="2" charset="2"/>
                <a:buChar char=""/>
                <a:defRPr sz="1600">
                  <a:cs typeface="Arial" panose="020B0604020202020204" pitchFamily="34" charset="0"/>
                </a:defRPr>
              </a:lvl2pPr>
              <a:lvl3pPr marL="515938" lvl="2" indent="-287338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—"/>
                <a:defRPr sz="1600">
                  <a:cs typeface="Arial" panose="020B0604020202020204" pitchFamily="34" charset="0"/>
                </a:defRPr>
              </a:lvl3pPr>
              <a:lvl4pPr marL="742950" lvl="3" indent="-182563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Font typeface="Arial" panose="020B0604020202020204" pitchFamily="34" charset="0"/>
                <a:buChar char="»"/>
                <a:defRPr sz="1600">
                  <a:cs typeface="Arial" panose="020B0604020202020204" pitchFamily="34" charset="0"/>
                </a:defRPr>
              </a:lvl4pPr>
              <a:lvl5pPr marL="914400" lvl="4" indent="-136525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›"/>
                <a:defRPr sz="1600">
                  <a:cs typeface="Arial" panose="020B0604020202020204" pitchFamily="34" charset="0"/>
                </a:defRPr>
              </a:lvl5pPr>
              <a:lvl6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6pPr>
              <a:lvl7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7pPr>
              <a:lvl8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8pPr>
              <a:lvl9pPr marL="914400" indent="0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None/>
                <a:defRPr sz="1600">
                  <a:cs typeface="Arial" panose="020B0604020202020204" pitchFamily="34" charset="0"/>
                </a:defRPr>
              </a:lvl9pPr>
            </a:lstStyle>
            <a:p>
              <a:r>
                <a:rPr lang="en-US" dirty="0">
                  <a:cs typeface="+mn-cs"/>
                </a:rPr>
                <a:t>03:30 – 04:00 p.m.</a:t>
              </a:r>
            </a:p>
          </p:txBody>
        </p:sp>
        <p:pic>
          <p:nvPicPr>
            <p:cNvPr id="174" name="Graphic 173">
              <a:extLst>
                <a:ext uri="{FF2B5EF4-FFF2-40B4-BE49-F238E27FC236}">
                  <a16:creationId xmlns:a16="http://schemas.microsoft.com/office/drawing/2014/main" id="{E62DAD7F-07CB-7744-3595-861BAB738EC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514352" y="5623422"/>
              <a:ext cx="581640" cy="581640"/>
            </a:xfrm>
            <a:prstGeom prst="rect">
              <a:avLst/>
            </a:prstGeom>
          </p:spPr>
        </p:pic>
      </p:grpSp>
      <p:pic>
        <p:nvPicPr>
          <p:cNvPr id="3" name="Graphic 3" descr="Teacher with solid fill">
            <a:extLst>
              <a:ext uri="{FF2B5EF4-FFF2-40B4-BE49-F238E27FC236}">
                <a16:creationId xmlns:a16="http://schemas.microsoft.com/office/drawing/2014/main" id="{399D9F39-66FC-A9CF-A545-72F6B79C7B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63428" y="5408347"/>
            <a:ext cx="815450" cy="8154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383791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3E54082-BD3A-4120-8930-45220B331195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097137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95" imgH="396" progId="TCLayout.ActiveDocument.1">
                  <p:embed/>
                </p:oleObj>
              </mc:Choice>
              <mc:Fallback>
                <p:oleObj name="think-cell Slide" r:id="rId4" imgW="395" imgH="396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3E54082-BD3A-4120-8930-45220B3311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178219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c90ee1e1-c015-415f-8aa1-dd21303cc84c"/>
  <p:tag name="NEWVI" val="true"/>
  <p:tag name="TEMPLATELASTEDITTED" val="2019-02-25 12:05 PM"/>
  <p:tag name="TEMPLATECREATED" val="2019-02-27 01:18 PM"/>
  <p:tag name="TEMPLATEVERSION" val="3"/>
  <p:tag name="BLUEONEFOURTHTITLEFONTCOLORFIXED" val="true"/>
  <p:tag name="DARKLAYOUTNAMESCHANGEDTOCONTRAST" val="true"/>
  <p:tag name="TEMPLATELASTEDITED" val="2022-10-04 09:31 AM"/>
  <p:tag name="THINKCELLPRESENTATIONDONOTDELETE" val="&lt;?xml version=&quot;1.0&quot; encoding=&quot;UTF-16&quot; standalone=&quot;yes&quot;?&gt;&lt;root reqver=&quot;27037&quot;&gt;&lt;version val=&quot;3297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1-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ICONENCLOSURE" val="True"/>
  <p:tag name="THINKCELLUNDODONOTDELETE" val="0"/>
  <p:tag name="LINKEDPICTURESLINKREMOVED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_new_logoimag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nuZ.dr0dtPKYSWmGw_6Y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UQibaDMIQaIJXCExx3CS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.WNeMwRPaNOv4PeDFU5Q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kXdkIixRi6Hs.rBsPur2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e4Ps3taQqK3C0NeBEvQL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KNm6U2RZKJH1GvudQSP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0sklhGDg_J5JkHAJOV5JQ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d9z.T0ityQiOhevFTgF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isclaimer-templa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kG5iHMTSC2mGhtG.mpRU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ZQyKFgCFD5XAZPv3AWB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h.LyJP9Ef7CM8T6PUBqd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aJMKD2AQ9e77MMhub83Y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P6iKZZoTDSflm.OoOVoMA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LRCzsv.ik_t3bs5QJ6VL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pd5uKiKgbfSxqQQ0aBGA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Fw0tr2VymfPrG.nUcDKQ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sf0lKEfRW2M5NTSiP3pCQ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Dark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0749321473749751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036821473749822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Strong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104621474763153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hLRrq3Z.MjRWDJYsC26g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luGswm9G3soDbMc_gRiw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DT38P6AKRCy6_.lIorzQ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149421474763284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222121473749815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276721474763246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Vertical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BasicStrong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342021474763387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395621474763148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VDyD9Cd28zSXeMdxTtWw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luGswm9G3soDbMc_gRiw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7ExYY6heFeyZPGWE4C6.g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453821474763419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5125214737497910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588321474763171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ThLRrq3Z.MjRWDJYsC26g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rluGswm9G3soDbMc_gRiw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34YnMRH6Gtye9weJ05JFg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7014214747632512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7903214747631913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8545214747634014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LineContentSeparatorDefaultVertical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CustomIcon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LOOKUP" val="20250825113719822214737497615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Custom 10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51C2C"/>
      </a:accent1>
      <a:accent2>
        <a:srgbClr val="00A9F4"/>
      </a:accent2>
      <a:accent3>
        <a:srgbClr val="2251FF"/>
      </a:accent3>
      <a:accent4>
        <a:srgbClr val="AAE6F0"/>
      </a:accent4>
      <a:accent5>
        <a:srgbClr val="3C96B4"/>
      </a:accent5>
      <a:accent6>
        <a:srgbClr val="AFC3FF"/>
      </a:accent6>
      <a:hlink>
        <a:srgbClr val="1F40E6"/>
      </a:hlink>
      <a:folHlink>
        <a:srgbClr val="8C5AC8"/>
      </a:folHlink>
    </a:clrScheme>
    <a:fontScheme name="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Blank.potx" id="{2273DDE6-D756-4F34-AE83-CF6F5C456B36}" vid="{170DB3FF-1354-4967-959E-D230BE2860AC}"/>
    </a:ext>
  </a:extLst>
</a:theme>
</file>

<file path=ppt/theme/theme2.xml><?xml version="1.0" encoding="utf-8"?>
<a:theme xmlns:a="http://schemas.openxmlformats.org/drawingml/2006/main" name="Contrast">
  <a:themeElements>
    <a:clrScheme name="Custom 18">
      <a:dk1>
        <a:srgbClr val="FFFFFF"/>
      </a:dk1>
      <a:lt1>
        <a:srgbClr val="051C2C"/>
      </a:lt1>
      <a:dk2>
        <a:srgbClr val="000000"/>
      </a:dk2>
      <a:lt2>
        <a:srgbClr val="000000"/>
      </a:lt2>
      <a:accent1>
        <a:srgbClr val="FFFFFF"/>
      </a:accent1>
      <a:accent2>
        <a:srgbClr val="00A9F4"/>
      </a:accent2>
      <a:accent3>
        <a:srgbClr val="2251FF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8C5AC8"/>
      </a:folHlink>
    </a:clrScheme>
    <a:fontScheme name="Scheme Blu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flat">
          <a:solidFill>
            <a:schemeClr val="tx1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Blue">
        <a:dk1>
          <a:srgbClr val="FFFFFF"/>
        </a:dk1>
        <a:lt1>
          <a:srgbClr val="051C2C"/>
        </a:lt1>
        <a:dk2>
          <a:srgbClr val="000000"/>
        </a:dk2>
        <a:lt2>
          <a:srgbClr val="000000"/>
        </a:lt2>
        <a:accent1>
          <a:srgbClr val="FFFFFF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00A9F4"/>
        </a:hlink>
        <a:folHlink>
          <a:srgbClr val="8C5AC8"/>
        </a:folHlink>
      </a:clrScheme>
    </a:extraClrScheme>
  </a:extraClrSchemeLst>
  <a:custClrLst>
    <a:custClr name="Electric Blue">
      <a:srgbClr val="2251FF"/>
    </a:custClr>
    <a:custClr name="Cyan">
      <a:srgbClr val="00A9F4"/>
    </a:custClr>
    <a:custClr name="Pale Blue">
      <a:srgbClr val="6DC1DB"/>
    </a:custClr>
    <a:custClr name="Super Light Gray">
      <a:srgbClr val="D0D0D0"/>
    </a:custClr>
    <a:custClr name="Pink">
      <a:srgbClr val="E8BDAD"/>
    </a:custClr>
    <a:custClr name="Orange">
      <a:srgbClr val="FAA082"/>
    </a:custClr>
    <a:custClr name="Red">
      <a:srgbClr val="E5546C"/>
    </a:custClr>
    <a:custClr name="Null">
      <a:srgbClr val="FEFFFF"/>
    </a:custClr>
    <a:custClr name="Null">
      <a:srgbClr val="FEFFFF"/>
    </a:custClr>
    <a:custClr name="Null">
      <a:srgbClr val="FEFFFF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Null">
      <a:srgbClr val="FEFFFF"/>
    </a:custClr>
    <a:custClr name="Linear 1 (White)">
      <a:srgbClr val="FFFFFF"/>
    </a:custClr>
    <a:custClr name="Linear 2 (Pale Blue)">
      <a:srgbClr val="AAE6F0"/>
    </a:custClr>
    <a:custClr name="Linear 3">
      <a:srgbClr val="71D2F1"/>
    </a:custClr>
    <a:custClr name="Linear 4">
      <a:srgbClr val="39BDF3"/>
    </a:custClr>
    <a:custClr name="Linear 5 (Cyan)">
      <a:srgbClr val="00A9F4"/>
    </a:custClr>
    <a:custClr name="Linear 6">
      <a:srgbClr val="027AB1"/>
    </a:custClr>
    <a:custClr name="Linear 7">
      <a:srgbClr val="034B6F"/>
    </a:custClr>
    <a:custClr name="Null">
      <a:srgbClr val="FEFFFF"/>
    </a:custClr>
    <a:custClr name="Null">
      <a:srgbClr val="FEFFFF"/>
    </a:custClr>
    <a:custClr name="Null">
      <a:srgbClr val="FEFFFF"/>
    </a:custClr>
  </a:custClrLst>
  <a:extLst>
    <a:ext uri="{05A4C25C-085E-4340-85A3-A5531E510DB2}">
      <thm15:themeFamily xmlns:thm15="http://schemas.microsoft.com/office/thememl/2012/main" name="Blank.potx" id="{2273DDE6-D756-4F34-AE83-CF6F5C456B36}" vid="{877ACEE8-953D-42CB-BC71-D75BFB822B28}"/>
    </a:ext>
  </a:extLst>
</a:theme>
</file>

<file path=ppt/theme/theme3.xml><?xml version="1.0" encoding="utf-8"?>
<a:theme xmlns:a="http://schemas.openxmlformats.org/drawingml/2006/main" name="Office Theme">
  <a:themeElements>
    <a:clrScheme name="Custom Scheme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Custom Scheme 2">
      <a:dk1>
        <a:srgbClr val="000000"/>
      </a:dk1>
      <a:lt1>
        <a:srgbClr val="FFFFFF"/>
      </a:lt1>
      <a:dk2>
        <a:srgbClr val="051C2C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00A9F4"/>
      </a:hlink>
      <a:folHlink>
        <a:srgbClr val="00A9F4"/>
      </a:folHlink>
    </a:clrScheme>
    <a:fontScheme name="Custom Scheme2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9FDAA71854B54B95D23DE69E7FB905" ma:contentTypeVersion="16" ma:contentTypeDescription="Create a new document." ma:contentTypeScope="" ma:versionID="bce8ab1f8ce8e92383025f6119060966">
  <xsd:schema xmlns:xsd="http://www.w3.org/2001/XMLSchema" xmlns:xs="http://www.w3.org/2001/XMLSchema" xmlns:p="http://schemas.microsoft.com/office/2006/metadata/properties" xmlns:ns1="http://schemas.microsoft.com/sharepoint/v3" xmlns:ns2="fefae61e-8cc6-42f8-8602-1ad3e151e17d" xmlns:ns3="aaf80e1f-ee27-4906-82c6-813f9d3a8635" targetNamespace="http://schemas.microsoft.com/office/2006/metadata/properties" ma:root="true" ma:fieldsID="da5ac065dcf77c5073ae088113fecd8e" ns1:_="" ns2:_="" ns3:_="">
    <xsd:import namespace="http://schemas.microsoft.com/sharepoint/v3"/>
    <xsd:import namespace="fefae61e-8cc6-42f8-8602-1ad3e151e17d"/>
    <xsd:import namespace="aaf80e1f-ee27-4906-82c6-813f9d3a8635"/>
    <xsd:element name="properties">
      <xsd:complexType>
        <xsd:sequence>
          <xsd:element name="documentManagement">
            <xsd:complexType>
              <xsd:all>
                <xsd:element ref="ns1:SourceSystemTaxHTField" minOccurs="0"/>
                <xsd:element ref="ns2:TaxCatchAll" minOccurs="0"/>
                <xsd:element ref="ns2:TaxCatchAllLabel" minOccurs="0"/>
                <xsd:element ref="ns1:DataSourceTaxHTFiel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  <xsd:element ref="ns3:MediaServiceBillingMetadata" minOccurs="0"/>
                <xsd:element ref="ns3:lcf76f155ced4ddcb4097134ff3c332f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ourceSystemTaxHTField" ma:index="8" nillable="true" ma:taxonomy="true" ma:internalName="SourceSystemTaxHTField" ma:taxonomyFieldName="SourceSystem" ma:displayName="SourceSystem" ma:default="1;#SPT|2fb50d21-ef84-426b-a8ca-497326c66aa9" ma:fieldId="{0478d4ca-c84f-4b2e-87c8-89d55aa7f3df}" ma:sspId="c9369470-76d8-40bb-9f83-c9dbb6c0fac8" ma:termSetId="14dc3a28-f268-42f7-8f59-1ae69d4ade2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DataSourceTaxHTField" ma:index="12" nillable="true" ma:taxonomy="true" ma:internalName="DataSourceTaxHTField" ma:taxonomyFieldName="DataSource" ma:displayName="DataSource" ma:default="2;#Internal|0b10eabc-00d3-4553-8252-f6efa1cda259" ma:fieldId="{dbbdb87b-e25a-4b1d-8068-66bf86b65632}" ma:sspId="c9369470-76d8-40bb-9f83-c9dbb6c0fac8" ma:termSetId="36ddf51e-868c-4a6e-ae2e-8e285ecab47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fae61e-8cc6-42f8-8602-1ad3e151e1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0ae7bed5-903e-49e4-8c1f-8cff2c70b6b4}" ma:internalName="TaxCatchAll" ma:showField="CatchAllData" ma:web="fefae61e-8cc6-42f8-8602-1ad3e151e1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0" nillable="true" ma:displayName="Taxonomy Catch All Column1" ma:hidden="true" ma:list="{0ae7bed5-903e-49e4-8c1f-8cff2c70b6b4}" ma:internalName="TaxCatchAllLabel" ma:readOnly="true" ma:showField="CatchAllDataLabel" ma:web="fefae61e-8cc6-42f8-8602-1ad3e151e1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f80e1f-ee27-4906-82c6-813f9d3a86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18eb3a52-a9ad-454e-96a1-46bb4cd16a8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ourceSystemTaxHTField xmlns="http://schemas.microsoft.com/sharepoint/v3">
      <Terms xmlns="http://schemas.microsoft.com/office/infopath/2007/PartnerControls">
        <TermInfo xmlns="http://schemas.microsoft.com/office/infopath/2007/PartnerControls">
          <TermName xmlns="http://schemas.microsoft.com/office/infopath/2007/PartnerControls">SPT</TermName>
          <TermId xmlns="http://schemas.microsoft.com/office/infopath/2007/PartnerControls">2fb50d21-ef84-426b-a8ca-497326c66aa9</TermId>
        </TermInfo>
      </Terms>
    </SourceSystemTaxHTField>
    <DataSourceTaxHTField xmlns="http://schemas.microsoft.com/sharepoint/v3">
      <Terms xmlns="http://schemas.microsoft.com/office/infopath/2007/PartnerControls">
        <TermInfo xmlns="http://schemas.microsoft.com/office/infopath/2007/PartnerControls">
          <TermName xmlns="http://schemas.microsoft.com/office/infopath/2007/PartnerControls">Internal</TermName>
          <TermId xmlns="http://schemas.microsoft.com/office/infopath/2007/PartnerControls">0b10eabc-00d3-4553-8252-f6efa1cda259</TermId>
        </TermInfo>
      </Terms>
    </DataSourceTaxHTField>
    <lcf76f155ced4ddcb4097134ff3c332f xmlns="aaf80e1f-ee27-4906-82c6-813f9d3a8635">
      <Terms xmlns="http://schemas.microsoft.com/office/infopath/2007/PartnerControls"/>
    </lcf76f155ced4ddcb4097134ff3c332f>
    <TaxCatchAll xmlns="fefae61e-8cc6-42f8-8602-1ad3e151e17d">
      <Value>2</Value>
      <Value>1</Value>
    </TaxCatchAll>
    <MediaLengthInSeconds xmlns="aaf80e1f-ee27-4906-82c6-813f9d3a863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0CCBBCD-3EFC-4186-A531-661B26259B2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efae61e-8cc6-42f8-8602-1ad3e151e17d"/>
    <ds:schemaRef ds:uri="aaf80e1f-ee27-4906-82c6-813f9d3a86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5EB2CE3-629E-4754-9EE3-EC6BAC407788}">
  <ds:schemaRefs>
    <ds:schemaRef ds:uri="http://schemas.microsoft.com/sharepoint/v3"/>
    <ds:schemaRef ds:uri="http://schemas.microsoft.com/office/2006/metadata/properties"/>
    <ds:schemaRef ds:uri="http://purl.org/dc/dcmitype/"/>
    <ds:schemaRef ds:uri="http://schemas.microsoft.com/office/infopath/2007/PartnerControls"/>
    <ds:schemaRef ds:uri="http://purl.org/dc/elements/1.1/"/>
    <ds:schemaRef ds:uri="aaf80e1f-ee27-4906-82c6-813f9d3a8635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efae61e-8cc6-42f8-8602-1ad3e151e17d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94C1140-706D-412B-889C-25322C3A3A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13266</TotalTime>
  <Words>540</Words>
  <Application>Microsoft Office PowerPoint</Application>
  <PresentationFormat>Widescreen</PresentationFormat>
  <Paragraphs>99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White</vt:lpstr>
      <vt:lpstr>Contrast</vt:lpstr>
      <vt:lpstr>Thrive Bootcamp</vt:lpstr>
      <vt:lpstr>Dairyworks case context</vt:lpstr>
      <vt:lpstr>Fact-pack breakdown</vt:lpstr>
      <vt:lpstr>Dairyworks introduction</vt:lpstr>
      <vt:lpstr>Dairyworks’ product portfolio</vt:lpstr>
      <vt:lpstr>Dairyworks’ footprint &amp; channels</vt:lpstr>
      <vt:lpstr>Dairyworks’ market share</vt:lpstr>
      <vt:lpstr>Fact-pack breakdown</vt:lpstr>
      <vt:lpstr>Attached – Dairyworks’ SKU sales and gross profit</vt:lpstr>
      <vt:lpstr>Attached – Dairyworks’ financials: P&amp;L financials</vt:lpstr>
      <vt:lpstr>Fact-pack breakdown</vt:lpstr>
      <vt:lpstr>Attached – Peers’ financials: Almarai, SADAFCO, NADEC P&amp;Ls</vt:lpstr>
      <vt:lpstr>Attached – Euromonitor data: dairy &amp; ice cream market pricing </vt:lpstr>
      <vt:lpstr>How to distribute your time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THRIVE</dc:title>
  <dc:subject/>
  <dc:creator>Yassmina Hachem</dc:creator>
  <cp:keywords/>
  <dc:description/>
  <cp:lastModifiedBy>Emily Maina-NBI</cp:lastModifiedBy>
  <cp:revision>57</cp:revision>
  <cp:lastPrinted>2018-10-30T20:37:12Z</cp:lastPrinted>
  <dcterms:created xsi:type="dcterms:W3CDTF">2022-12-06T07:45:11Z</dcterms:created>
  <dcterms:modified xsi:type="dcterms:W3CDTF">2026-09-30T04:51:42Z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1628964</vt:lpwstr>
  </property>
  <property fmtid="{D5CDD505-2E9C-101B-9397-08002B2CF9AE}" pid="3" name="NXPowerLiteSettings">
    <vt:lpwstr>C9000A38044001</vt:lpwstr>
  </property>
  <property fmtid="{D5CDD505-2E9C-101B-9397-08002B2CF9AE}" pid="4" name="NXPowerLiteVersion">
    <vt:lpwstr>D7.1.14</vt:lpwstr>
  </property>
  <property fmtid="{D5CDD505-2E9C-101B-9397-08002B2CF9AE}" pid="5" name="PPT">
    <vt:lpwstr>Hello</vt:lpwstr>
  </property>
  <property fmtid="{D5CDD505-2E9C-101B-9397-08002B2CF9AE}" pid="6" name="TemplateVersion">
    <vt:lpwstr>4</vt:lpwstr>
  </property>
  <property fmtid="{D5CDD505-2E9C-101B-9397-08002B2CF9AE}" pid="7" name="TemplateLastEdited">
    <vt:lpwstr>2022-10-04 09:31 AM</vt:lpwstr>
  </property>
  <property fmtid="{D5CDD505-2E9C-101B-9397-08002B2CF9AE}" pid="8" name="TemplateCreated">
    <vt:lpwstr>2019-02-27 01:18 PM</vt:lpwstr>
  </property>
  <property fmtid="{D5CDD505-2E9C-101B-9397-08002B2CF9AE}" pid="9" name="ContentTypeId">
    <vt:lpwstr>0x0101003D9FDAA71854B54B95D23DE69E7FB905</vt:lpwstr>
  </property>
  <property fmtid="{D5CDD505-2E9C-101B-9397-08002B2CF9AE}" pid="10" name="Order">
    <vt:r8>12300</vt:r8>
  </property>
  <property fmtid="{D5CDD505-2E9C-101B-9397-08002B2CF9AE}" pid="11" name="SourceSystem">
    <vt:lpwstr>1;#SPT|2fb50d21-ef84-426b-a8ca-497326c66aa9</vt:lpwstr>
  </property>
  <property fmtid="{D5CDD505-2E9C-101B-9397-08002B2CF9AE}" pid="12" name="DataSource">
    <vt:lpwstr>2;#Internal|0b10eabc-00d3-4553-8252-f6efa1cda259</vt:lpwstr>
  </property>
  <property fmtid="{D5CDD505-2E9C-101B-9397-08002B2CF9AE}" pid="13" name="MSIP_Label_fec09dec-a9ce-4322-b578-b49052c992d8_Enabled">
    <vt:lpwstr>True</vt:lpwstr>
  </property>
  <property fmtid="{D5CDD505-2E9C-101B-9397-08002B2CF9AE}" pid="14" name="MSIP_Label_fec09dec-a9ce-4322-b578-b49052c992d8_SiteId">
    <vt:lpwstr>cc8936bc-9382-4fff-87cb-6f55999549e7</vt:lpwstr>
  </property>
  <property fmtid="{D5CDD505-2E9C-101B-9397-08002B2CF9AE}" pid="15" name="MSIP_Label_fec09dec-a9ce-4322-b578-b49052c992d8_SetDate">
    <vt:lpwstr>2025-04-02T05:32:09Z</vt:lpwstr>
  </property>
  <property fmtid="{D5CDD505-2E9C-101B-9397-08002B2CF9AE}" pid="16" name="MSIP_Label_fec09dec-a9ce-4322-b578-b49052c992d8_Name">
    <vt:lpwstr>Firm Confidential</vt:lpwstr>
  </property>
  <property fmtid="{D5CDD505-2E9C-101B-9397-08002B2CF9AE}" pid="17" name="MSIP_Label_fec09dec-a9ce-4322-b578-b49052c992d8_ActionId">
    <vt:lpwstr>3938a370-9b7b-4ac4-aa9b-52689aff4302</vt:lpwstr>
  </property>
  <property fmtid="{D5CDD505-2E9C-101B-9397-08002B2CF9AE}" pid="18" name="MSIP_Label_fec09dec-a9ce-4322-b578-b49052c992d8_Removed">
    <vt:lpwstr>False</vt:lpwstr>
  </property>
  <property fmtid="{D5CDD505-2E9C-101B-9397-08002B2CF9AE}" pid="19" name="MSIP_Label_fec09dec-a9ce-4322-b578-b49052c992d8_Extended_MSFT_Method">
    <vt:lpwstr>Standard</vt:lpwstr>
  </property>
  <property fmtid="{D5CDD505-2E9C-101B-9397-08002B2CF9AE}" pid="20" name="Sensitivity">
    <vt:lpwstr>Firm Confidential</vt:lpwstr>
  </property>
  <property fmtid="{D5CDD505-2E9C-101B-9397-08002B2CF9AE}" pid="21" name="xd_ProgID">
    <vt:lpwstr/>
  </property>
  <property fmtid="{D5CDD505-2E9C-101B-9397-08002B2CF9AE}" pid="22" name="ComplianceAssetId">
    <vt:lpwstr/>
  </property>
  <property fmtid="{D5CDD505-2E9C-101B-9397-08002B2CF9AE}" pid="23" name="TemplateUrl">
    <vt:lpwstr/>
  </property>
  <property fmtid="{D5CDD505-2E9C-101B-9397-08002B2CF9AE}" pid="24" name="_ExtendedDescription">
    <vt:lpwstr/>
  </property>
  <property fmtid="{D5CDD505-2E9C-101B-9397-08002B2CF9AE}" pid="25" name="TriggerFlowInfo">
    <vt:lpwstr/>
  </property>
  <property fmtid="{D5CDD505-2E9C-101B-9397-08002B2CF9AE}" pid="26" name="xd_Signature">
    <vt:bool>false</vt:bool>
  </property>
  <property fmtid="{D5CDD505-2E9C-101B-9397-08002B2CF9AE}" pid="27" name="MediaServiceImageTags">
    <vt:lpwstr/>
  </property>
</Properties>
</file>